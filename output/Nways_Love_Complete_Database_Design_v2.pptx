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37"/>
  </p:normalViewPr>
  <p:slideViewPr>
    <p:cSldViewPr snapToGrid="0">
      <p:cViewPr>
        <p:scale>
          <a:sx n="148" d="100"/>
          <a:sy n="148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foundation contains eight PostgreSQL tables.</a:t>
            </a:r>
          </a:p>
          <a:p>
            <a:r>
              <a:t>app_accounts is the primary identity table. Sessions, reset records, device tokens and operational helper tables support authentication and notifications.</a:t>
            </a:r>
          </a:p>
          <a:p>
            <a:r>
              <a:t>pet_owners is retained for migration compatibility and its records are copied into app_accounts.</a:t>
            </a:r>
          </a:p>
          <a:p>
            <a:r>
              <a:t>Sources: /Users/apple/NwaysLoveVetClinic/backend/src/schema.js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 profile and preferences contains 9 feature tables.</a:t>
            </a:r>
          </a:p>
          <a:p>
            <a:r>
              <a:t>Tables on this slide: clinic_directory, owner_profiles, pets, reminders, owner_notifications, saved_addresses, notification_settings, history_reviews, saved_first_aid_guides.</a:t>
            </a:r>
          </a:p>
          <a:p>
            <a:r>
              <a:t>Each feature table uses the shared record structure: id, owner_id, JSONB data, version, created_at and updated_at.</a:t>
            </a:r>
          </a:p>
          <a:p>
            <a:r>
              <a:t>Header colors indicate whether the resource uses owner, clinic or private access scope.</a:t>
            </a:r>
          </a:p>
          <a:p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Appointments and service bookings contains 7 feature tables.</a:t>
            </a:r>
          </a:p>
          <a:p>
            <a:r>
              <a:t>Tables on this slide: appointments, queue_entries, home_visits, pet_care_bookings, emergency_requests, walk_in_appointments, doctor_appointment_state.</a:t>
            </a:r>
          </a:p>
          <a:p>
            <a:r>
              <a:t>Each feature table uses the shared record structure: id, owner_id, JSONB data, version, created_at and updated_at.</a:t>
            </a:r>
          </a:p>
          <a:p>
            <a:r>
              <a:t>Header colors indicate whether the resource uses owner, clinic or private access scope.</a:t>
            </a:r>
          </a:p>
          <a:p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Clinical content and communication contains 7 feature tables.</a:t>
            </a:r>
          </a:p>
          <a:p>
            <a:r>
              <a:t>Tables on this slide: medical_records, health_posts, health_post_drafts, clinic_messages, support_tickets, doctor_notifications, doctor_profiles.</a:t>
            </a:r>
          </a:p>
          <a:p>
            <a:r>
              <a:t>Each feature table uses the shared record structure: id, owner_id, JSONB data, version, created_at and updated_at.</a:t>
            </a:r>
          </a:p>
          <a:p>
            <a:r>
              <a:t>Header colors indicate whether the resource uses owner, clinic or private access scope.</a:t>
            </a:r>
          </a:p>
          <a:p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Clinic operations and administration contains 7 feature tables.</a:t>
            </a:r>
          </a:p>
          <a:p>
            <a:r>
              <a:t>Tables on this slide: payments, inventory, staff_profiles, user_directory, doctor_verifications, audit_logs, admin_profiles.</a:t>
            </a:r>
          </a:p>
          <a:p>
            <a:r>
              <a:t>Each feature table uses the shared record structure: id, owner_id, JSONB data, version, created_at and updated_at.</a:t>
            </a:r>
          </a:p>
          <a:p>
            <a:r>
              <a:t>Header colors indicate whether the resource uses owner, clinic or private access scope.</a:t>
            </a:r>
          </a:p>
          <a:p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99E041-2C19-4D9B-A297-BFF0E065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D563557-9920-493E-A235-9AD3A38C5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C1D538D-CF8B-499D-A2AE-F81E28B1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06714E8-37D4-41FC-BB6E-07A03991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8FD60CF-BEBB-4CD4-B256-DA38E1D7F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CCD070E-FCDA-41C2-ABE5-0EC7A3A1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9A9B56-47BA-4046-92C6-CE4A87E23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AAB31E8-353B-44B3-AC45-FF35C5621E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D2D0EB0-B227-4E8F-9EE5-F12A402D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17F94C5-ECFF-48C1-9D16-89B2D672B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E6FF44DE-6693-43B9-9D19-B652B6D1DC5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DATABASE FOUNDATION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92DC3-B2BC-43D0-A6E8-C35292C57B01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390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Identity and system tables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23CFA-6EE7-4709-A116-2C7D8FFDE538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Eight tables support login, recovery, notifications and queue numbering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AA0C94-405B-4470-8C31-20DAEEF3579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F31471-7F1E-4E0E-8D60-BC11F6BCB92F}"/>
              </a:ext>
            </a:extLst>
          </p:cNvPr>
          <p:cNvSpPr>
            <a:spLocks noGrp="1"/>
          </p:cNvSpPr>
          <p:nvPr/>
        </p:nvSpPr>
        <p:spPr>
          <a:xfrm>
            <a:off x="5000625" y="495300"/>
            <a:ext cx="6572250" cy="58293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AAA14F-A4BB-4333-9136-BD7F6C5A3F70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identity, role and account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44A367-FB0C-464F-9200-DC3B4F00021B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hashed login sessions with expiry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0D1E1-9CE7-443C-AC34-E0C7A6D27CE4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 reset: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verification codes and audit events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CA84B-EC0D-49E7-8D03-6B354A2848FF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 tokens: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push-notification destinations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D48237-5DCD-4EB1-ACAF-03B5DA97C2F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system helpers: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appointment reminders and daily queue counters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DCB404-D508-44F2-BF70-5EA41E4BBBF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legacy owner records migrated into accounts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E5B1F3E-89A4-4692-8479-EA4FD3067656}"/>
              </a:ext>
            </a:extLst>
          </p:cNvPr>
          <p:cNvSpPr>
            <a:spLocks noGrp="1"/>
          </p:cNvSpPr>
          <p:nvPr/>
        </p:nvSpPr>
        <p:spPr>
          <a:xfrm>
            <a:off x="7286625" y="2935138"/>
            <a:ext cx="2381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761B969-CC6F-4D96-8254-245ABFBEC59B}"/>
              </a:ext>
            </a:extLst>
          </p:cNvPr>
          <p:cNvSpPr>
            <a:spLocks noGrp="1"/>
          </p:cNvSpPr>
          <p:nvPr/>
        </p:nvSpPr>
        <p:spPr>
          <a:xfrm>
            <a:off x="7524750" y="1181100"/>
            <a:ext cx="0" cy="417195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E412CD0-6706-4388-B304-28C8E64DF0B8}"/>
              </a:ext>
            </a:extLst>
          </p:cNvPr>
          <p:cNvSpPr>
            <a:spLocks noGrp="1"/>
          </p:cNvSpPr>
          <p:nvPr/>
        </p:nvSpPr>
        <p:spPr>
          <a:xfrm>
            <a:off x="7524750" y="1333500"/>
            <a:ext cx="2381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4F12E-B424-4F27-A8F4-9E9500BEFA87}"/>
              </a:ext>
            </a:extLst>
          </p:cNvPr>
          <p:cNvSpPr>
            <a:spLocks noGrp="1"/>
          </p:cNvSpPr>
          <p:nvPr/>
        </p:nvSpPr>
        <p:spPr>
          <a:xfrm>
            <a:off x="7762875" y="7620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CE3DEE-45FC-454C-A381-DB9BBD3E0262}"/>
              </a:ext>
            </a:extLst>
          </p:cNvPr>
          <p:cNvSpPr>
            <a:spLocks noGrp="1"/>
          </p:cNvSpPr>
          <p:nvPr/>
        </p:nvSpPr>
        <p:spPr>
          <a:xfrm>
            <a:off x="7762875" y="7620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14856-3A25-43CF-9848-CC1964861102}"/>
              </a:ext>
            </a:extLst>
          </p:cNvPr>
          <p:cNvSpPr>
            <a:spLocks noGrp="1"/>
          </p:cNvSpPr>
          <p:nvPr/>
        </p:nvSpPr>
        <p:spPr>
          <a:xfrm>
            <a:off x="7810500" y="7810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84A1D2-981C-40DE-B2C9-58B1235888D8}"/>
              </a:ext>
            </a:extLst>
          </p:cNvPr>
          <p:cNvSpPr>
            <a:spLocks noGrp="1"/>
          </p:cNvSpPr>
          <p:nvPr/>
        </p:nvSpPr>
        <p:spPr>
          <a:xfrm>
            <a:off x="7810500" y="10287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115735-A4E6-4381-BFB1-859D38590269}"/>
              </a:ext>
            </a:extLst>
          </p:cNvPr>
          <p:cNvSpPr>
            <a:spLocks noGrp="1"/>
          </p:cNvSpPr>
          <p:nvPr/>
        </p:nvSpPr>
        <p:spPr>
          <a:xfrm>
            <a:off x="8039100" y="10287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CB0AB5-C07D-4B61-BBE4-DD9FB88C37CF}"/>
              </a:ext>
            </a:extLst>
          </p:cNvPr>
          <p:cNvSpPr>
            <a:spLocks noGrp="1"/>
          </p:cNvSpPr>
          <p:nvPr/>
        </p:nvSpPr>
        <p:spPr>
          <a:xfrm>
            <a:off x="8979694" y="10287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serial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D8A257-B041-4CEF-BAD5-C3EDFA276766}"/>
              </a:ext>
            </a:extLst>
          </p:cNvPr>
          <p:cNvSpPr>
            <a:spLocks noGrp="1"/>
          </p:cNvSpPr>
          <p:nvPr/>
        </p:nvSpPr>
        <p:spPr>
          <a:xfrm>
            <a:off x="8039100" y="12406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5FBBCC-E69D-4860-8170-960BE32AB66E}"/>
              </a:ext>
            </a:extLst>
          </p:cNvPr>
          <p:cNvSpPr>
            <a:spLocks noGrp="1"/>
          </p:cNvSpPr>
          <p:nvPr/>
        </p:nvSpPr>
        <p:spPr>
          <a:xfrm>
            <a:off x="8979694" y="12406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49DCB7-CF26-41AA-B7CF-DB685812FC04}"/>
              </a:ext>
            </a:extLst>
          </p:cNvPr>
          <p:cNvSpPr>
            <a:spLocks noGrp="1"/>
          </p:cNvSpPr>
          <p:nvPr/>
        </p:nvSpPr>
        <p:spPr>
          <a:xfrm>
            <a:off x="8039100" y="14525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9B1F1-2F45-479C-90F8-413CAD4BF898}"/>
              </a:ext>
            </a:extLst>
          </p:cNvPr>
          <p:cNvSpPr>
            <a:spLocks noGrp="1"/>
          </p:cNvSpPr>
          <p:nvPr/>
        </p:nvSpPr>
        <p:spPr>
          <a:xfrm>
            <a:off x="8979694" y="14525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6B6125-1298-4608-A875-B3870CFD89FE}"/>
              </a:ext>
            </a:extLst>
          </p:cNvPr>
          <p:cNvSpPr>
            <a:spLocks noGrp="1"/>
          </p:cNvSpPr>
          <p:nvPr/>
        </p:nvSpPr>
        <p:spPr>
          <a:xfrm>
            <a:off x="8039100" y="16644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C1FC4D-4A11-4FC3-87F1-8CC37AD32C7F}"/>
              </a:ext>
            </a:extLst>
          </p:cNvPr>
          <p:cNvSpPr>
            <a:spLocks noGrp="1"/>
          </p:cNvSpPr>
          <p:nvPr/>
        </p:nvSpPr>
        <p:spPr>
          <a:xfrm>
            <a:off x="8979694" y="16644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5E24232-7D4B-43CF-8F53-78D3B34C1363}"/>
              </a:ext>
            </a:extLst>
          </p:cNvPr>
          <p:cNvSpPr>
            <a:spLocks noGrp="1"/>
          </p:cNvSpPr>
          <p:nvPr/>
        </p:nvSpPr>
        <p:spPr>
          <a:xfrm>
            <a:off x="7524750" y="1333500"/>
            <a:ext cx="2000250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2DDC34-8092-45B0-B801-27C506545327}"/>
              </a:ext>
            </a:extLst>
          </p:cNvPr>
          <p:cNvSpPr>
            <a:spLocks noGrp="1"/>
          </p:cNvSpPr>
          <p:nvPr/>
        </p:nvSpPr>
        <p:spPr>
          <a:xfrm>
            <a:off x="9525000" y="7620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527892-B13F-431D-A41F-F38690218984}"/>
              </a:ext>
            </a:extLst>
          </p:cNvPr>
          <p:cNvSpPr>
            <a:spLocks noGrp="1"/>
          </p:cNvSpPr>
          <p:nvPr/>
        </p:nvSpPr>
        <p:spPr>
          <a:xfrm>
            <a:off x="9525000" y="7620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7C92AD-B0E6-4DF1-A2AA-FB73BB95E48E}"/>
              </a:ext>
            </a:extLst>
          </p:cNvPr>
          <p:cNvSpPr>
            <a:spLocks noGrp="1"/>
          </p:cNvSpPr>
          <p:nvPr/>
        </p:nvSpPr>
        <p:spPr>
          <a:xfrm>
            <a:off x="9572625" y="7810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B83F3E-7E5C-40CE-8CE8-BCF792724291}"/>
              </a:ext>
            </a:extLst>
          </p:cNvPr>
          <p:cNvSpPr>
            <a:spLocks noGrp="1"/>
          </p:cNvSpPr>
          <p:nvPr/>
        </p:nvSpPr>
        <p:spPr>
          <a:xfrm>
            <a:off x="9572625" y="10287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2CEB5F-F4A7-4E8F-B1E0-884BAE2A2162}"/>
              </a:ext>
            </a:extLst>
          </p:cNvPr>
          <p:cNvSpPr>
            <a:spLocks noGrp="1"/>
          </p:cNvSpPr>
          <p:nvPr/>
        </p:nvSpPr>
        <p:spPr>
          <a:xfrm>
            <a:off x="9801225" y="10287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token_hash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B352DF-50B1-45D8-8061-0C3D1D5D3463}"/>
              </a:ext>
            </a:extLst>
          </p:cNvPr>
          <p:cNvSpPr>
            <a:spLocks noGrp="1"/>
          </p:cNvSpPr>
          <p:nvPr/>
        </p:nvSpPr>
        <p:spPr>
          <a:xfrm>
            <a:off x="10741819" y="10287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9D57A8-1976-41B4-AB53-8F9116D8B3FB}"/>
              </a:ext>
            </a:extLst>
          </p:cNvPr>
          <p:cNvSpPr>
            <a:spLocks noGrp="1"/>
          </p:cNvSpPr>
          <p:nvPr/>
        </p:nvSpPr>
        <p:spPr>
          <a:xfrm>
            <a:off x="9801225" y="12406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C36D61-DF78-444B-9390-16461D71BCDC}"/>
              </a:ext>
            </a:extLst>
          </p:cNvPr>
          <p:cNvSpPr>
            <a:spLocks noGrp="1"/>
          </p:cNvSpPr>
          <p:nvPr/>
        </p:nvSpPr>
        <p:spPr>
          <a:xfrm>
            <a:off x="10741819" y="12406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E53569-E480-4F4C-84EA-C0EF336E7760}"/>
              </a:ext>
            </a:extLst>
          </p:cNvPr>
          <p:cNvSpPr>
            <a:spLocks noGrp="1"/>
          </p:cNvSpPr>
          <p:nvPr/>
        </p:nvSpPr>
        <p:spPr>
          <a:xfrm>
            <a:off x="9801225" y="14525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B7451-BCBF-4D0E-A178-2452F4379E0F}"/>
              </a:ext>
            </a:extLst>
          </p:cNvPr>
          <p:cNvSpPr>
            <a:spLocks noGrp="1"/>
          </p:cNvSpPr>
          <p:nvPr/>
        </p:nvSpPr>
        <p:spPr>
          <a:xfrm>
            <a:off x="10741819" y="14525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57CB9A-4A28-4D78-85CA-743C92F56B4C}"/>
              </a:ext>
            </a:extLst>
          </p:cNvPr>
          <p:cNvSpPr>
            <a:spLocks noGrp="1"/>
          </p:cNvSpPr>
          <p:nvPr/>
        </p:nvSpPr>
        <p:spPr>
          <a:xfrm>
            <a:off x="9801225" y="16644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77AE48-8614-4C2F-85E7-44DBBED001DF}"/>
              </a:ext>
            </a:extLst>
          </p:cNvPr>
          <p:cNvSpPr>
            <a:spLocks noGrp="1"/>
          </p:cNvSpPr>
          <p:nvPr/>
        </p:nvSpPr>
        <p:spPr>
          <a:xfrm>
            <a:off x="10741819" y="16644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47F5A2DB-6BEC-45A3-933C-D157837D0D0C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2381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A41E73-4F17-4C49-9269-CFA02647B7E2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3AB4EF-8F1C-45BC-807C-3A65C15ADFEA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3D6CCB-780A-4DAF-A72E-909A0B676D10}"/>
              </a:ext>
            </a:extLst>
          </p:cNvPr>
          <p:cNvSpPr>
            <a:spLocks noGrp="1"/>
          </p:cNvSpPr>
          <p:nvPr/>
        </p:nvSpPr>
        <p:spPr>
          <a:xfrm>
            <a:off x="7810500" y="21145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password_reset_codes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C5D237-BC33-4548-9E58-76654405D4B6}"/>
              </a:ext>
            </a:extLst>
          </p:cNvPr>
          <p:cNvSpPr>
            <a:spLocks noGrp="1"/>
          </p:cNvSpPr>
          <p:nvPr/>
        </p:nvSpPr>
        <p:spPr>
          <a:xfrm>
            <a:off x="7810500" y="23622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A4C422-029E-4E26-BA09-A1508F8A3DEB}"/>
              </a:ext>
            </a:extLst>
          </p:cNvPr>
          <p:cNvSpPr>
            <a:spLocks noGrp="1"/>
          </p:cNvSpPr>
          <p:nvPr/>
        </p:nvSpPr>
        <p:spPr>
          <a:xfrm>
            <a:off x="8039100" y="23622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D90DFC-5C59-4330-8BF3-85309258D98C}"/>
              </a:ext>
            </a:extLst>
          </p:cNvPr>
          <p:cNvSpPr>
            <a:spLocks noGrp="1"/>
          </p:cNvSpPr>
          <p:nvPr/>
        </p:nvSpPr>
        <p:spPr>
          <a:xfrm>
            <a:off x="8979694" y="23622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981012-63C3-491C-BCBC-6AA75D137E64}"/>
              </a:ext>
            </a:extLst>
          </p:cNvPr>
          <p:cNvSpPr>
            <a:spLocks noGrp="1"/>
          </p:cNvSpPr>
          <p:nvPr/>
        </p:nvSpPr>
        <p:spPr>
          <a:xfrm>
            <a:off x="8039100" y="25741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code_hash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62761E-4E46-49EB-8BF0-D94597F415DB}"/>
              </a:ext>
            </a:extLst>
          </p:cNvPr>
          <p:cNvSpPr>
            <a:spLocks noGrp="1"/>
          </p:cNvSpPr>
          <p:nvPr/>
        </p:nvSpPr>
        <p:spPr>
          <a:xfrm>
            <a:off x="8979694" y="25741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2DD873-B124-42C6-949A-825C80D3E502}"/>
              </a:ext>
            </a:extLst>
          </p:cNvPr>
          <p:cNvSpPr>
            <a:spLocks noGrp="1"/>
          </p:cNvSpPr>
          <p:nvPr/>
        </p:nvSpPr>
        <p:spPr>
          <a:xfrm>
            <a:off x="8039100" y="27860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886D10-4EA6-44E2-AF67-B1156056A126}"/>
              </a:ext>
            </a:extLst>
          </p:cNvPr>
          <p:cNvSpPr>
            <a:spLocks noGrp="1"/>
          </p:cNvSpPr>
          <p:nvPr/>
        </p:nvSpPr>
        <p:spPr>
          <a:xfrm>
            <a:off x="8979694" y="27860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748B97-AFAF-45A9-A6C2-B414C2CEE132}"/>
              </a:ext>
            </a:extLst>
          </p:cNvPr>
          <p:cNvSpPr>
            <a:spLocks noGrp="1"/>
          </p:cNvSpPr>
          <p:nvPr/>
        </p:nvSpPr>
        <p:spPr>
          <a:xfrm>
            <a:off x="8039100" y="29979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attempts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AEBA18-7329-4D31-A0BC-62AE0236EC34}"/>
              </a:ext>
            </a:extLst>
          </p:cNvPr>
          <p:cNvSpPr>
            <a:spLocks noGrp="1"/>
          </p:cNvSpPr>
          <p:nvPr/>
        </p:nvSpPr>
        <p:spPr>
          <a:xfrm>
            <a:off x="8979694" y="29979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2304B751-0DEB-426F-84CA-93DA37157ED3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2000250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AEB7BD-F2AB-4077-9164-9C315FFABDFE}"/>
              </a:ext>
            </a:extLst>
          </p:cNvPr>
          <p:cNvSpPr>
            <a:spLocks noGrp="1"/>
          </p:cNvSpPr>
          <p:nvPr/>
        </p:nvSpPr>
        <p:spPr>
          <a:xfrm>
            <a:off x="9525000" y="20955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3367FE-304E-42E0-9A18-CFBCF24EF091}"/>
              </a:ext>
            </a:extLst>
          </p:cNvPr>
          <p:cNvSpPr>
            <a:spLocks noGrp="1"/>
          </p:cNvSpPr>
          <p:nvPr/>
        </p:nvSpPr>
        <p:spPr>
          <a:xfrm>
            <a:off x="9525000" y="20955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D6D250-34C0-4B18-A899-727746094C95}"/>
              </a:ext>
            </a:extLst>
          </p:cNvPr>
          <p:cNvSpPr>
            <a:spLocks noGrp="1"/>
          </p:cNvSpPr>
          <p:nvPr/>
        </p:nvSpPr>
        <p:spPr>
          <a:xfrm>
            <a:off x="9572625" y="21145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password_reset_audit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51B199-3C44-4A1D-BF6A-8A96AB5CF6B5}"/>
              </a:ext>
            </a:extLst>
          </p:cNvPr>
          <p:cNvSpPr>
            <a:spLocks noGrp="1"/>
          </p:cNvSpPr>
          <p:nvPr/>
        </p:nvSpPr>
        <p:spPr>
          <a:xfrm>
            <a:off x="9572625" y="23622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B22CDD-C66A-4CDA-BF6A-7AA1208F53C4}"/>
              </a:ext>
            </a:extLst>
          </p:cNvPr>
          <p:cNvSpPr>
            <a:spLocks noGrp="1"/>
          </p:cNvSpPr>
          <p:nvPr/>
        </p:nvSpPr>
        <p:spPr>
          <a:xfrm>
            <a:off x="9801225" y="23622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BA91B8A-23EA-4086-AAEF-F0F25674E646}"/>
              </a:ext>
            </a:extLst>
          </p:cNvPr>
          <p:cNvSpPr>
            <a:spLocks noGrp="1"/>
          </p:cNvSpPr>
          <p:nvPr/>
        </p:nvSpPr>
        <p:spPr>
          <a:xfrm>
            <a:off x="10741819" y="23622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bigserial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C0298F7-2628-4913-8640-6397527FB0A7}"/>
              </a:ext>
            </a:extLst>
          </p:cNvPr>
          <p:cNvSpPr>
            <a:spLocks noGrp="1"/>
          </p:cNvSpPr>
          <p:nvPr/>
        </p:nvSpPr>
        <p:spPr>
          <a:xfrm>
            <a:off x="9801225" y="25741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event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0797AEF-8FE5-4BD3-907C-B7C5189792A4}"/>
              </a:ext>
            </a:extLst>
          </p:cNvPr>
          <p:cNvSpPr>
            <a:spLocks noGrp="1"/>
          </p:cNvSpPr>
          <p:nvPr/>
        </p:nvSpPr>
        <p:spPr>
          <a:xfrm>
            <a:off x="10741819" y="25741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502060-98AF-4D6A-99CF-92B09905EF96}"/>
              </a:ext>
            </a:extLst>
          </p:cNvPr>
          <p:cNvSpPr>
            <a:spLocks noGrp="1"/>
          </p:cNvSpPr>
          <p:nvPr/>
        </p:nvSpPr>
        <p:spPr>
          <a:xfrm>
            <a:off x="9801225" y="27860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5183E96-87C5-4D0E-933B-A2A8BCA1058A}"/>
              </a:ext>
            </a:extLst>
          </p:cNvPr>
          <p:cNvSpPr>
            <a:spLocks noGrp="1"/>
          </p:cNvSpPr>
          <p:nvPr/>
        </p:nvSpPr>
        <p:spPr>
          <a:xfrm>
            <a:off x="10741819" y="27860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7117F13-1ED5-4A14-AE3B-B2C4CE588B62}"/>
              </a:ext>
            </a:extLst>
          </p:cNvPr>
          <p:cNvSpPr>
            <a:spLocks noGrp="1"/>
          </p:cNvSpPr>
          <p:nvPr/>
        </p:nvSpPr>
        <p:spPr>
          <a:xfrm>
            <a:off x="9801225" y="29979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F6DC339-82EB-4E31-AE23-5873D332069F}"/>
              </a:ext>
            </a:extLst>
          </p:cNvPr>
          <p:cNvSpPr>
            <a:spLocks noGrp="1"/>
          </p:cNvSpPr>
          <p:nvPr/>
        </p:nvSpPr>
        <p:spPr>
          <a:xfrm>
            <a:off x="10741819" y="29979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F478A6A9-EEE3-40E4-ABE4-AB234574569C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2381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1637E8-7102-49BB-976B-8F6E3CDF6DC9}"/>
              </a:ext>
            </a:extLst>
          </p:cNvPr>
          <p:cNvSpPr>
            <a:spLocks noGrp="1"/>
          </p:cNvSpPr>
          <p:nvPr/>
        </p:nvSpPr>
        <p:spPr>
          <a:xfrm>
            <a:off x="7762875" y="34290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4E2424C-10F7-4E9E-8144-E26C60F9093E}"/>
              </a:ext>
            </a:extLst>
          </p:cNvPr>
          <p:cNvSpPr>
            <a:spLocks noGrp="1"/>
          </p:cNvSpPr>
          <p:nvPr/>
        </p:nvSpPr>
        <p:spPr>
          <a:xfrm>
            <a:off x="7762875" y="34290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D2BC3A-33AD-4036-9522-69189681FB2B}"/>
              </a:ext>
            </a:extLst>
          </p:cNvPr>
          <p:cNvSpPr>
            <a:spLocks noGrp="1"/>
          </p:cNvSpPr>
          <p:nvPr/>
        </p:nvSpPr>
        <p:spPr>
          <a:xfrm>
            <a:off x="7810500" y="34480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device_tokens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79AB71-A0DB-4AB1-B53A-196F7D2848D8}"/>
              </a:ext>
            </a:extLst>
          </p:cNvPr>
          <p:cNvSpPr>
            <a:spLocks noGrp="1"/>
          </p:cNvSpPr>
          <p:nvPr/>
        </p:nvSpPr>
        <p:spPr>
          <a:xfrm>
            <a:off x="7810500" y="36957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68138C-C748-4003-AC06-9B13352188CB}"/>
              </a:ext>
            </a:extLst>
          </p:cNvPr>
          <p:cNvSpPr>
            <a:spLocks noGrp="1"/>
          </p:cNvSpPr>
          <p:nvPr/>
        </p:nvSpPr>
        <p:spPr>
          <a:xfrm>
            <a:off x="8039100" y="36957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6C144F-D6B5-4075-9D8E-6C49E57297D0}"/>
              </a:ext>
            </a:extLst>
          </p:cNvPr>
          <p:cNvSpPr>
            <a:spLocks noGrp="1"/>
          </p:cNvSpPr>
          <p:nvPr/>
        </p:nvSpPr>
        <p:spPr>
          <a:xfrm>
            <a:off x="8979694" y="36957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8D9A9DA-74BD-4FB6-953B-F5091EF7FFE5}"/>
              </a:ext>
            </a:extLst>
          </p:cNvPr>
          <p:cNvSpPr>
            <a:spLocks noGrp="1"/>
          </p:cNvSpPr>
          <p:nvPr/>
        </p:nvSpPr>
        <p:spPr>
          <a:xfrm>
            <a:off x="8039100" y="39076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E0F6063-C73C-47C7-A0C2-262E897A02EB}"/>
              </a:ext>
            </a:extLst>
          </p:cNvPr>
          <p:cNvSpPr>
            <a:spLocks noGrp="1"/>
          </p:cNvSpPr>
          <p:nvPr/>
        </p:nvSpPr>
        <p:spPr>
          <a:xfrm>
            <a:off x="8979694" y="39076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DD609A2-62F1-4CE6-BFFB-9FA4D3F0EEBE}"/>
              </a:ext>
            </a:extLst>
          </p:cNvPr>
          <p:cNvSpPr>
            <a:spLocks noGrp="1"/>
          </p:cNvSpPr>
          <p:nvPr/>
        </p:nvSpPr>
        <p:spPr>
          <a:xfrm>
            <a:off x="8039100" y="41195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08A1CBF-0125-49F6-BD21-AD459B1A5480}"/>
              </a:ext>
            </a:extLst>
          </p:cNvPr>
          <p:cNvSpPr>
            <a:spLocks noGrp="1"/>
          </p:cNvSpPr>
          <p:nvPr/>
        </p:nvSpPr>
        <p:spPr>
          <a:xfrm>
            <a:off x="8979694" y="41195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0A67D21-B04A-4492-BEB4-F70EAA44B779}"/>
              </a:ext>
            </a:extLst>
          </p:cNvPr>
          <p:cNvSpPr>
            <a:spLocks noGrp="1"/>
          </p:cNvSpPr>
          <p:nvPr/>
        </p:nvSpPr>
        <p:spPr>
          <a:xfrm>
            <a:off x="8039100" y="43314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A1E1784-9484-4632-8575-D438A609209E}"/>
              </a:ext>
            </a:extLst>
          </p:cNvPr>
          <p:cNvSpPr>
            <a:spLocks noGrp="1"/>
          </p:cNvSpPr>
          <p:nvPr/>
        </p:nvSpPr>
        <p:spPr>
          <a:xfrm>
            <a:off x="8979694" y="43314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754F0EC7-6898-4869-845C-3672B0F16C02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2000250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71D868A-C33D-4381-BD8B-834CD9731661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E85259-FB18-4C7B-A282-223F72744759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2A73A5B-103C-46DB-9F09-44ED344430ED}"/>
              </a:ext>
            </a:extLst>
          </p:cNvPr>
          <p:cNvSpPr>
            <a:spLocks noGrp="1"/>
          </p:cNvSpPr>
          <p:nvPr/>
        </p:nvSpPr>
        <p:spPr>
          <a:xfrm>
            <a:off x="9572625" y="34480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appointment_reminders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732A0CF-DACC-4974-983C-3D6905BF964D}"/>
              </a:ext>
            </a:extLst>
          </p:cNvPr>
          <p:cNvSpPr>
            <a:spLocks noGrp="1"/>
          </p:cNvSpPr>
          <p:nvPr/>
        </p:nvSpPr>
        <p:spPr>
          <a:xfrm>
            <a:off x="9572625" y="3695700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13543EC-B93E-4DE4-B8D9-DA3A1E539668}"/>
              </a:ext>
            </a:extLst>
          </p:cNvPr>
          <p:cNvSpPr>
            <a:spLocks noGrp="1"/>
          </p:cNvSpPr>
          <p:nvPr/>
        </p:nvSpPr>
        <p:spPr>
          <a:xfrm>
            <a:off x="9801225" y="3695700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appointment_id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8CEC30-9351-4EDF-9ADE-311CD0265B2C}"/>
              </a:ext>
            </a:extLst>
          </p:cNvPr>
          <p:cNvSpPr>
            <a:spLocks noGrp="1"/>
          </p:cNvSpPr>
          <p:nvPr/>
        </p:nvSpPr>
        <p:spPr>
          <a:xfrm>
            <a:off x="10741819" y="3695700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76D414A-2F81-4126-83F2-F6B57CCEB039}"/>
              </a:ext>
            </a:extLst>
          </p:cNvPr>
          <p:cNvSpPr>
            <a:spLocks noGrp="1"/>
          </p:cNvSpPr>
          <p:nvPr/>
        </p:nvSpPr>
        <p:spPr>
          <a:xfrm>
            <a:off x="9572625" y="3907631"/>
            <a:ext cx="209550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043C86E-2EF9-43D7-88E6-1AA8FA3F709A}"/>
              </a:ext>
            </a:extLst>
          </p:cNvPr>
          <p:cNvSpPr>
            <a:spLocks noGrp="1"/>
          </p:cNvSpPr>
          <p:nvPr/>
        </p:nvSpPr>
        <p:spPr>
          <a:xfrm>
            <a:off x="9801225" y="3907631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scheduled_for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C39512C-6B63-4E15-B918-1D23316543B7}"/>
              </a:ext>
            </a:extLst>
          </p:cNvPr>
          <p:cNvSpPr>
            <a:spLocks noGrp="1"/>
          </p:cNvSpPr>
          <p:nvPr/>
        </p:nvSpPr>
        <p:spPr>
          <a:xfrm>
            <a:off x="10741819" y="3907631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799FC54-CA3D-46CE-8F06-B84C2C2A38C0}"/>
              </a:ext>
            </a:extLst>
          </p:cNvPr>
          <p:cNvSpPr>
            <a:spLocks noGrp="1"/>
          </p:cNvSpPr>
          <p:nvPr/>
        </p:nvSpPr>
        <p:spPr>
          <a:xfrm>
            <a:off x="9801225" y="4119563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AD58998-4559-4F15-A342-C2C304C2CFB5}"/>
              </a:ext>
            </a:extLst>
          </p:cNvPr>
          <p:cNvSpPr>
            <a:spLocks noGrp="1"/>
          </p:cNvSpPr>
          <p:nvPr/>
        </p:nvSpPr>
        <p:spPr>
          <a:xfrm>
            <a:off x="10741819" y="4119563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1293A46-4E13-4C50-80B2-30A122CA850F}"/>
              </a:ext>
            </a:extLst>
          </p:cNvPr>
          <p:cNvSpPr>
            <a:spLocks noGrp="1"/>
          </p:cNvSpPr>
          <p:nvPr/>
        </p:nvSpPr>
        <p:spPr>
          <a:xfrm>
            <a:off x="9801225" y="4331494"/>
            <a:ext cx="883444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sent_at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5A51D2F-A63F-4FC7-9B71-ACF78972A141}"/>
              </a:ext>
            </a:extLst>
          </p:cNvPr>
          <p:cNvSpPr>
            <a:spLocks noGrp="1"/>
          </p:cNvSpPr>
          <p:nvPr/>
        </p:nvSpPr>
        <p:spPr>
          <a:xfrm>
            <a:off x="10741819" y="4331494"/>
            <a:ext cx="383381" cy="211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2AE87ABB-D1FC-41B5-8AB3-1AFB3C0D6C22}"/>
              </a:ext>
            </a:extLst>
          </p:cNvPr>
          <p:cNvSpPr>
            <a:spLocks noGrp="1"/>
          </p:cNvSpPr>
          <p:nvPr/>
        </p:nvSpPr>
        <p:spPr>
          <a:xfrm>
            <a:off x="7524750" y="5334000"/>
            <a:ext cx="2381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C6C16A3-0A05-46A9-9837-5C82187B577A}"/>
              </a:ext>
            </a:extLst>
          </p:cNvPr>
          <p:cNvSpPr>
            <a:spLocks noGrp="1"/>
          </p:cNvSpPr>
          <p:nvPr/>
        </p:nvSpPr>
        <p:spPr>
          <a:xfrm>
            <a:off x="7762875" y="4762500"/>
            <a:ext cx="1666875" cy="11430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D6F86F-5C38-4430-BBF4-4E293E65974C}"/>
              </a:ext>
            </a:extLst>
          </p:cNvPr>
          <p:cNvSpPr>
            <a:spLocks noGrp="1"/>
          </p:cNvSpPr>
          <p:nvPr/>
        </p:nvSpPr>
        <p:spPr>
          <a:xfrm>
            <a:off x="7762875" y="4762500"/>
            <a:ext cx="1666875" cy="238125"/>
          </a:xfrm>
          <a:prstGeom prst="rect">
            <a:avLst/>
          </a:prstGeom>
          <a:solidFill>
            <a:srgbClr val="E5E7EA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BA62126-DC81-45DF-AC4F-9875268C18FE}"/>
              </a:ext>
            </a:extLst>
          </p:cNvPr>
          <p:cNvSpPr>
            <a:spLocks noGrp="1"/>
          </p:cNvSpPr>
          <p:nvPr/>
        </p:nvSpPr>
        <p:spPr>
          <a:xfrm>
            <a:off x="7810500" y="4781550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queue_daily_counters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6C52037-36DA-4A43-BCC1-DD4BF1417CDD}"/>
              </a:ext>
            </a:extLst>
          </p:cNvPr>
          <p:cNvSpPr>
            <a:spLocks noGrp="1"/>
          </p:cNvSpPr>
          <p:nvPr/>
        </p:nvSpPr>
        <p:spPr>
          <a:xfrm>
            <a:off x="7810500" y="5029200"/>
            <a:ext cx="209550" cy="423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56BC044-5313-4878-AE58-8B068FA07C2D}"/>
              </a:ext>
            </a:extLst>
          </p:cNvPr>
          <p:cNvSpPr>
            <a:spLocks noGrp="1"/>
          </p:cNvSpPr>
          <p:nvPr/>
        </p:nvSpPr>
        <p:spPr>
          <a:xfrm>
            <a:off x="8039100" y="5029200"/>
            <a:ext cx="883444" cy="423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clinic_date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57FBF25-3DC3-4B19-B1B8-33A54DAD0077}"/>
              </a:ext>
            </a:extLst>
          </p:cNvPr>
          <p:cNvSpPr>
            <a:spLocks noGrp="1"/>
          </p:cNvSpPr>
          <p:nvPr/>
        </p:nvSpPr>
        <p:spPr>
          <a:xfrm>
            <a:off x="8979694" y="5029200"/>
            <a:ext cx="383381" cy="423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date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05EACF7-B6D0-47EB-96D1-530E6E920B2E}"/>
              </a:ext>
            </a:extLst>
          </p:cNvPr>
          <p:cNvSpPr>
            <a:spLocks noGrp="1"/>
          </p:cNvSpPr>
          <p:nvPr/>
        </p:nvSpPr>
        <p:spPr>
          <a:xfrm>
            <a:off x="8039100" y="5453063"/>
            <a:ext cx="883444" cy="423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last_number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0364ECC-D152-440F-9F3B-EC103E5D75A4}"/>
              </a:ext>
            </a:extLst>
          </p:cNvPr>
          <p:cNvSpPr>
            <a:spLocks noGrp="1"/>
          </p:cNvSpPr>
          <p:nvPr/>
        </p:nvSpPr>
        <p:spPr>
          <a:xfrm>
            <a:off x="8979694" y="5453063"/>
            <a:ext cx="383381" cy="423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0EDC3C4-FA97-4314-A3D1-2D241BB5B14B}"/>
              </a:ext>
            </a:extLst>
          </p:cNvPr>
          <p:cNvSpPr>
            <a:spLocks noGrp="1"/>
          </p:cNvSpPr>
          <p:nvPr/>
        </p:nvSpPr>
        <p:spPr>
          <a:xfrm>
            <a:off x="5286375" y="1428750"/>
            <a:ext cx="2000250" cy="2857500"/>
          </a:xfrm>
          <a:prstGeom prst="rect">
            <a:avLst/>
          </a:prstGeom>
          <a:solidFill>
            <a:srgbClr val="FFFFFF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6E546E-9BF7-4C4B-B07C-AFF5A528ED0C}"/>
              </a:ext>
            </a:extLst>
          </p:cNvPr>
          <p:cNvSpPr>
            <a:spLocks noGrp="1"/>
          </p:cNvSpPr>
          <p:nvPr/>
        </p:nvSpPr>
        <p:spPr>
          <a:xfrm>
            <a:off x="5286375" y="1428750"/>
            <a:ext cx="2000250" cy="238125"/>
          </a:xfrm>
          <a:prstGeom prst="rect">
            <a:avLst/>
          </a:prstGeom>
          <a:solidFill>
            <a:srgbClr val="DCE7F6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5442B80-33C5-4F9C-823B-3B38C9B6B18E}"/>
              </a:ext>
            </a:extLst>
          </p:cNvPr>
          <p:cNvSpPr>
            <a:spLocks noGrp="1"/>
          </p:cNvSpPr>
          <p:nvPr/>
        </p:nvSpPr>
        <p:spPr>
          <a:xfrm>
            <a:off x="5334000" y="14478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 dirty="0" err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  <a:endParaRPr sz="788" b="1" dirty="0">
              <a:solidFill>
                <a:srgbClr val="182E55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811F3D1-65B3-4EE1-9CF3-AB020C658FB8}"/>
              </a:ext>
            </a:extLst>
          </p:cNvPr>
          <p:cNvSpPr>
            <a:spLocks noGrp="1"/>
          </p:cNvSpPr>
          <p:nvPr/>
        </p:nvSpPr>
        <p:spPr>
          <a:xfrm>
            <a:off x="5334000" y="1695450"/>
            <a:ext cx="209550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24920DD-8F08-46C8-A8E1-7A34E8A164A9}"/>
              </a:ext>
            </a:extLst>
          </p:cNvPr>
          <p:cNvSpPr>
            <a:spLocks noGrp="1"/>
          </p:cNvSpPr>
          <p:nvPr/>
        </p:nvSpPr>
        <p:spPr>
          <a:xfrm>
            <a:off x="5562600" y="1695450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A4857BA-2556-49D3-8AE4-03089D4DC5E5}"/>
              </a:ext>
            </a:extLst>
          </p:cNvPr>
          <p:cNvSpPr>
            <a:spLocks noGrp="1"/>
          </p:cNvSpPr>
          <p:nvPr/>
        </p:nvSpPr>
        <p:spPr>
          <a:xfrm>
            <a:off x="6746558" y="1695450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50549DB-A787-4D1F-B14C-54E711C1C793}"/>
              </a:ext>
            </a:extLst>
          </p:cNvPr>
          <p:cNvSpPr>
            <a:spLocks noGrp="1"/>
          </p:cNvSpPr>
          <p:nvPr/>
        </p:nvSpPr>
        <p:spPr>
          <a:xfrm>
            <a:off x="5562600" y="1980142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C9002AE-FCDC-4552-8F44-C1E462DD272C}"/>
              </a:ext>
            </a:extLst>
          </p:cNvPr>
          <p:cNvSpPr>
            <a:spLocks noGrp="1"/>
          </p:cNvSpPr>
          <p:nvPr/>
        </p:nvSpPr>
        <p:spPr>
          <a:xfrm>
            <a:off x="6746558" y="1980142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82F94BE-9C30-45BE-B7A2-3390791B5C23}"/>
              </a:ext>
            </a:extLst>
          </p:cNvPr>
          <p:cNvSpPr>
            <a:spLocks noGrp="1"/>
          </p:cNvSpPr>
          <p:nvPr/>
        </p:nvSpPr>
        <p:spPr>
          <a:xfrm>
            <a:off x="5562600" y="2264833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C9447DD-75C9-4555-AE7C-3A5DC9A7A1BE}"/>
              </a:ext>
            </a:extLst>
          </p:cNvPr>
          <p:cNvSpPr>
            <a:spLocks noGrp="1"/>
          </p:cNvSpPr>
          <p:nvPr/>
        </p:nvSpPr>
        <p:spPr>
          <a:xfrm>
            <a:off x="6746558" y="2264833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8A9DD91-EC95-483F-9186-873015D58D20}"/>
              </a:ext>
            </a:extLst>
          </p:cNvPr>
          <p:cNvSpPr>
            <a:spLocks noGrp="1"/>
          </p:cNvSpPr>
          <p:nvPr/>
        </p:nvSpPr>
        <p:spPr>
          <a:xfrm>
            <a:off x="5562600" y="2549525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phone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60D2CF3-7D25-48BF-86B3-EA8ECF0A437F}"/>
              </a:ext>
            </a:extLst>
          </p:cNvPr>
          <p:cNvSpPr>
            <a:spLocks noGrp="1"/>
          </p:cNvSpPr>
          <p:nvPr/>
        </p:nvSpPr>
        <p:spPr>
          <a:xfrm>
            <a:off x="6746558" y="2549525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6508C17-D220-4824-AD9C-EAC6573A2D63}"/>
              </a:ext>
            </a:extLst>
          </p:cNvPr>
          <p:cNvSpPr>
            <a:spLocks noGrp="1"/>
          </p:cNvSpPr>
          <p:nvPr/>
        </p:nvSpPr>
        <p:spPr>
          <a:xfrm>
            <a:off x="5562600" y="2834217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A5C29C4-AA1B-426B-A236-1136DAF2F331}"/>
              </a:ext>
            </a:extLst>
          </p:cNvPr>
          <p:cNvSpPr>
            <a:spLocks noGrp="1"/>
          </p:cNvSpPr>
          <p:nvPr/>
        </p:nvSpPr>
        <p:spPr>
          <a:xfrm>
            <a:off x="6746558" y="2834217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9CF701B-E82C-4483-B3D3-B207E61FC46B}"/>
              </a:ext>
            </a:extLst>
          </p:cNvPr>
          <p:cNvSpPr>
            <a:spLocks noGrp="1"/>
          </p:cNvSpPr>
          <p:nvPr/>
        </p:nvSpPr>
        <p:spPr>
          <a:xfrm>
            <a:off x="5562600" y="3118908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B9F4CA-27A8-4DA3-8E46-3053A7611100}"/>
              </a:ext>
            </a:extLst>
          </p:cNvPr>
          <p:cNvSpPr>
            <a:spLocks noGrp="1"/>
          </p:cNvSpPr>
          <p:nvPr/>
        </p:nvSpPr>
        <p:spPr>
          <a:xfrm>
            <a:off x="6746558" y="3118908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B365EF-FC88-4CDC-BAFE-BFB5EE8462FA}"/>
              </a:ext>
            </a:extLst>
          </p:cNvPr>
          <p:cNvSpPr>
            <a:spLocks noGrp="1"/>
          </p:cNvSpPr>
          <p:nvPr/>
        </p:nvSpPr>
        <p:spPr>
          <a:xfrm>
            <a:off x="5562600" y="3403600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306C209-44A8-4A18-82DC-BE078FC87EE5}"/>
              </a:ext>
            </a:extLst>
          </p:cNvPr>
          <p:cNvSpPr>
            <a:spLocks noGrp="1"/>
          </p:cNvSpPr>
          <p:nvPr/>
        </p:nvSpPr>
        <p:spPr>
          <a:xfrm>
            <a:off x="6746558" y="3403600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72BBF5A-1DF6-495E-B538-2ACC4C22E195}"/>
              </a:ext>
            </a:extLst>
          </p:cNvPr>
          <p:cNvSpPr>
            <a:spLocks noGrp="1"/>
          </p:cNvSpPr>
          <p:nvPr/>
        </p:nvSpPr>
        <p:spPr>
          <a:xfrm>
            <a:off x="5562600" y="3688292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active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B6D6B8E-020F-448F-8785-2C037CEFE230}"/>
              </a:ext>
            </a:extLst>
          </p:cNvPr>
          <p:cNvSpPr>
            <a:spLocks noGrp="1"/>
          </p:cNvSpPr>
          <p:nvPr/>
        </p:nvSpPr>
        <p:spPr>
          <a:xfrm>
            <a:off x="6746558" y="3688292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boolean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36C941E-210A-4599-8B08-71F02CF09E92}"/>
              </a:ext>
            </a:extLst>
          </p:cNvPr>
          <p:cNvSpPr>
            <a:spLocks noGrp="1"/>
          </p:cNvSpPr>
          <p:nvPr/>
        </p:nvSpPr>
        <p:spPr>
          <a:xfrm>
            <a:off x="5562600" y="3972983"/>
            <a:ext cx="1060133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E9A5E4C-7C23-42C1-878D-BBA203F7DDE8}"/>
              </a:ext>
            </a:extLst>
          </p:cNvPr>
          <p:cNvSpPr>
            <a:spLocks noGrp="1"/>
          </p:cNvSpPr>
          <p:nvPr/>
        </p:nvSpPr>
        <p:spPr>
          <a:xfrm>
            <a:off x="6746558" y="3972983"/>
            <a:ext cx="460058" cy="284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73025DA-FF3B-4590-83B1-307CD28F1823}"/>
              </a:ext>
            </a:extLst>
          </p:cNvPr>
          <p:cNvSpPr>
            <a:spLocks noGrp="1"/>
          </p:cNvSpPr>
          <p:nvPr/>
        </p:nvSpPr>
        <p:spPr>
          <a:xfrm>
            <a:off x="9829800" y="5257800"/>
            <a:ext cx="1362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8 foundation tables</a:t>
            </a:r>
          </a:p>
        </p:txBody>
      </p:sp>
    </p:spTree>
    <p:extLst>
      <p:ext uri="{BB962C8B-B14F-4D97-AF65-F5344CB8AC3E}">
        <p14:creationId xmlns:p14="http://schemas.microsoft.com/office/powerpoint/2010/main" val="172283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>
            <a:extLst>
              <a:ext uri="{FF2B5EF4-FFF2-40B4-BE49-F238E27FC236}">
                <a16:creationId xmlns:a16="http://schemas.microsoft.com/office/drawing/2014/main" id="{ADE8F334-C200-45DD-9EE2-7D1719E8CC9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EDC7D-E333-4D91-AA24-A905F9F656A1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390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profile and preferences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CCB7FC-85D9-4717-8574-D07208CB25A1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Personal details, pets, saved choices and owner-facing history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4311B-F3EB-42F9-B989-97E77646429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3FF0F8-802E-46CF-8E96-9B101CAD1B66}"/>
              </a:ext>
            </a:extLst>
          </p:cNvPr>
          <p:cNvSpPr>
            <a:spLocks noGrp="1"/>
          </p:cNvSpPr>
          <p:nvPr/>
        </p:nvSpPr>
        <p:spPr>
          <a:xfrm>
            <a:off x="5000625" y="495300"/>
            <a:ext cx="6572250" cy="58293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892BAE-C0D9-450B-AB20-15A8B8ED6527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contact and profile information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9B208-A381-451D-B0FC-864B650BD18F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pet identity and profile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3E9FD-080F-4C07-A8A7-8F0C4439A39E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 settings: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addresses and notification preferences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CBB2FF-86D1-4067-BF0A-AA7887DC0466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history: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reviews, reminders and saved first-aid guides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75FC5-6D1B-4FCC-90B9-0244786E548F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shared clinic contact information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D441BC-D9EE-41E2-9216-1FB5EF89AE63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A4BBF-DCE0-4E01-879F-5C161E0F62C7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38125"/>
          </a:xfrm>
          <a:prstGeom prst="rect">
            <a:avLst/>
          </a:prstGeom>
          <a:solidFill>
            <a:srgbClr val="DCE7F6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A6D8D-C252-4881-B638-CEF2DDA9E97E}"/>
              </a:ext>
            </a:extLst>
          </p:cNvPr>
          <p:cNvSpPr>
            <a:spLocks noGrp="1"/>
          </p:cNvSpPr>
          <p:nvPr/>
        </p:nvSpPr>
        <p:spPr>
          <a:xfrm>
            <a:off x="5334000" y="1771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C1EBFE-37A2-4441-91A1-6CA4BA6BB0FD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2095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F40D40-E6B0-42DE-AAA8-7344B0AE96CD}"/>
              </a:ext>
            </a:extLst>
          </p:cNvPr>
          <p:cNvSpPr>
            <a:spLocks noGrp="1"/>
          </p:cNvSpPr>
          <p:nvPr/>
        </p:nvSpPr>
        <p:spPr>
          <a:xfrm>
            <a:off x="5562600" y="2019300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0F5953-CBF9-449F-B093-9A7893B857ED}"/>
              </a:ext>
            </a:extLst>
          </p:cNvPr>
          <p:cNvSpPr>
            <a:spLocks noGrp="1"/>
          </p:cNvSpPr>
          <p:nvPr/>
        </p:nvSpPr>
        <p:spPr>
          <a:xfrm>
            <a:off x="6329363" y="2019300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042420-8762-4617-90C9-10591054E4A0}"/>
              </a:ext>
            </a:extLst>
          </p:cNvPr>
          <p:cNvSpPr>
            <a:spLocks noGrp="1"/>
          </p:cNvSpPr>
          <p:nvPr/>
        </p:nvSpPr>
        <p:spPr>
          <a:xfrm>
            <a:off x="5562600" y="2483644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8E4CA-2C90-4569-A444-781646D65546}"/>
              </a:ext>
            </a:extLst>
          </p:cNvPr>
          <p:cNvSpPr>
            <a:spLocks noGrp="1"/>
          </p:cNvSpPr>
          <p:nvPr/>
        </p:nvSpPr>
        <p:spPr>
          <a:xfrm>
            <a:off x="6329363" y="2483644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EEEBE-B182-4509-91E5-6DD2B80D4062}"/>
              </a:ext>
            </a:extLst>
          </p:cNvPr>
          <p:cNvSpPr>
            <a:spLocks noGrp="1"/>
          </p:cNvSpPr>
          <p:nvPr/>
        </p:nvSpPr>
        <p:spPr>
          <a:xfrm>
            <a:off x="5562600" y="2947988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8AAC7A-795F-4453-A2AE-F280EDFFFABE}"/>
              </a:ext>
            </a:extLst>
          </p:cNvPr>
          <p:cNvSpPr>
            <a:spLocks noGrp="1"/>
          </p:cNvSpPr>
          <p:nvPr/>
        </p:nvSpPr>
        <p:spPr>
          <a:xfrm>
            <a:off x="6329363" y="2947988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C789A6-C01E-43D9-852F-FAAACB86BA77}"/>
              </a:ext>
            </a:extLst>
          </p:cNvPr>
          <p:cNvSpPr>
            <a:spLocks noGrp="1"/>
          </p:cNvSpPr>
          <p:nvPr/>
        </p:nvSpPr>
        <p:spPr>
          <a:xfrm>
            <a:off x="5562600" y="3412331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621CB-5B32-4983-94A9-2D3167427F2C}"/>
              </a:ext>
            </a:extLst>
          </p:cNvPr>
          <p:cNvSpPr>
            <a:spLocks noGrp="1"/>
          </p:cNvSpPr>
          <p:nvPr/>
        </p:nvSpPr>
        <p:spPr>
          <a:xfrm>
            <a:off x="6329363" y="3412331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A7A09EE-1EF7-43F7-993A-396E04593320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1809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08199C6-17BB-4DE5-9622-31EA0FBC4388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0" cy="400050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7CF2FB54-154F-4532-8A32-CBDC5ED3804E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AFF4CC-FFD3-45CB-B702-98B0D288708C}"/>
              </a:ext>
            </a:extLst>
          </p:cNvPr>
          <p:cNvSpPr>
            <a:spLocks noGrp="1"/>
          </p:cNvSpPr>
          <p:nvPr/>
        </p:nvSpPr>
        <p:spPr>
          <a:xfrm>
            <a:off x="702945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2A7ADE-CC3F-4CF7-B823-16D0B8161F8B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29CB7B-9D92-48CA-8300-4B0DC248D481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E04B47-C7EC-4273-85AC-262D2CDB3A38}"/>
              </a:ext>
            </a:extLst>
          </p:cNvPr>
          <p:cNvSpPr>
            <a:spLocks noGrp="1"/>
          </p:cNvSpPr>
          <p:nvPr/>
        </p:nvSpPr>
        <p:spPr>
          <a:xfrm>
            <a:off x="723900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AC6A6-2197-4A6E-A2BE-B7EDF2BCDEEC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E45E74-33AA-4DBC-9698-0DC3B4D7ABB9}"/>
              </a:ext>
            </a:extLst>
          </p:cNvPr>
          <p:cNvSpPr>
            <a:spLocks noGrp="1"/>
          </p:cNvSpPr>
          <p:nvPr/>
        </p:nvSpPr>
        <p:spPr>
          <a:xfrm>
            <a:off x="746760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CB06CF-F598-41BE-AF91-F63BBB3A7684}"/>
              </a:ext>
            </a:extLst>
          </p:cNvPr>
          <p:cNvSpPr>
            <a:spLocks noGrp="1"/>
          </p:cNvSpPr>
          <p:nvPr/>
        </p:nvSpPr>
        <p:spPr>
          <a:xfrm>
            <a:off x="858202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FA2570-DC6F-4815-A52C-BDA0933F5E10}"/>
              </a:ext>
            </a:extLst>
          </p:cNvPr>
          <p:cNvSpPr>
            <a:spLocks noGrp="1"/>
          </p:cNvSpPr>
          <p:nvPr/>
        </p:nvSpPr>
        <p:spPr>
          <a:xfrm>
            <a:off x="746760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727EE5-367F-41B5-9D4E-BE863A3CBF7F}"/>
              </a:ext>
            </a:extLst>
          </p:cNvPr>
          <p:cNvSpPr>
            <a:spLocks noGrp="1"/>
          </p:cNvSpPr>
          <p:nvPr/>
        </p:nvSpPr>
        <p:spPr>
          <a:xfrm>
            <a:off x="858202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B0C2B-83F8-4DAC-A43E-1F41A1EA972D}"/>
              </a:ext>
            </a:extLst>
          </p:cNvPr>
          <p:cNvSpPr>
            <a:spLocks noGrp="1"/>
          </p:cNvSpPr>
          <p:nvPr/>
        </p:nvSpPr>
        <p:spPr>
          <a:xfrm>
            <a:off x="746760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400D5-96A2-4450-A6E0-3A62CB3C34D7}"/>
              </a:ext>
            </a:extLst>
          </p:cNvPr>
          <p:cNvSpPr>
            <a:spLocks noGrp="1"/>
          </p:cNvSpPr>
          <p:nvPr/>
        </p:nvSpPr>
        <p:spPr>
          <a:xfrm>
            <a:off x="858202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BB1BDE-4AF5-4604-B0E2-D5CB6DE2ABE6}"/>
              </a:ext>
            </a:extLst>
          </p:cNvPr>
          <p:cNvSpPr>
            <a:spLocks noGrp="1"/>
          </p:cNvSpPr>
          <p:nvPr/>
        </p:nvSpPr>
        <p:spPr>
          <a:xfrm>
            <a:off x="746760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86E244-1490-4651-AF56-0A59C02825A4}"/>
              </a:ext>
            </a:extLst>
          </p:cNvPr>
          <p:cNvSpPr>
            <a:spLocks noGrp="1"/>
          </p:cNvSpPr>
          <p:nvPr/>
        </p:nvSpPr>
        <p:spPr>
          <a:xfrm>
            <a:off x="858202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B1B922D2-1A80-45CF-8998-1DD6A8CEAB99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87F92A-C974-4CB5-B0EA-C4CD208A2E2B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D1A9DC-3A4B-4D68-8B04-290C6E911CEA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90E00C-CD02-4FB4-A7FE-646CDBF434A4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7DAE29-D6BB-4A1F-B5BA-959DFB27EE42}"/>
              </a:ext>
            </a:extLst>
          </p:cNvPr>
          <p:cNvSpPr>
            <a:spLocks noGrp="1"/>
          </p:cNvSpPr>
          <p:nvPr/>
        </p:nvSpPr>
        <p:spPr>
          <a:xfrm>
            <a:off x="723900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B6FE78-6F50-4868-B823-7088FCC771DE}"/>
              </a:ext>
            </a:extLst>
          </p:cNvPr>
          <p:cNvSpPr>
            <a:spLocks noGrp="1"/>
          </p:cNvSpPr>
          <p:nvPr/>
        </p:nvSpPr>
        <p:spPr>
          <a:xfrm>
            <a:off x="723900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FFDF6D-EDF4-4B0B-AA45-C445EA9A459D}"/>
              </a:ext>
            </a:extLst>
          </p:cNvPr>
          <p:cNvSpPr>
            <a:spLocks noGrp="1"/>
          </p:cNvSpPr>
          <p:nvPr/>
        </p:nvSpPr>
        <p:spPr>
          <a:xfrm>
            <a:off x="746760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FC314F-3885-4869-BD80-E4F15D276103}"/>
              </a:ext>
            </a:extLst>
          </p:cNvPr>
          <p:cNvSpPr>
            <a:spLocks noGrp="1"/>
          </p:cNvSpPr>
          <p:nvPr/>
        </p:nvSpPr>
        <p:spPr>
          <a:xfrm>
            <a:off x="858202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A62503-CACE-41DF-A513-9F1AD9EEF978}"/>
              </a:ext>
            </a:extLst>
          </p:cNvPr>
          <p:cNvSpPr>
            <a:spLocks noGrp="1"/>
          </p:cNvSpPr>
          <p:nvPr/>
        </p:nvSpPr>
        <p:spPr>
          <a:xfrm>
            <a:off x="746760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A8685BB-F351-45ED-AF70-838D9CA8FCA3}"/>
              </a:ext>
            </a:extLst>
          </p:cNvPr>
          <p:cNvSpPr>
            <a:spLocks noGrp="1"/>
          </p:cNvSpPr>
          <p:nvPr/>
        </p:nvSpPr>
        <p:spPr>
          <a:xfrm>
            <a:off x="858202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369774-FC2C-4FB6-AC84-1EB976FFEC2E}"/>
              </a:ext>
            </a:extLst>
          </p:cNvPr>
          <p:cNvSpPr>
            <a:spLocks noGrp="1"/>
          </p:cNvSpPr>
          <p:nvPr/>
        </p:nvSpPr>
        <p:spPr>
          <a:xfrm>
            <a:off x="746760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A91D39-C523-4939-A6B9-EF069779BB58}"/>
              </a:ext>
            </a:extLst>
          </p:cNvPr>
          <p:cNvSpPr>
            <a:spLocks noGrp="1"/>
          </p:cNvSpPr>
          <p:nvPr/>
        </p:nvSpPr>
        <p:spPr>
          <a:xfrm>
            <a:off x="858202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C4CECF-6E4B-4A73-AEB8-FDA16EAC76A1}"/>
              </a:ext>
            </a:extLst>
          </p:cNvPr>
          <p:cNvSpPr>
            <a:spLocks noGrp="1"/>
          </p:cNvSpPr>
          <p:nvPr/>
        </p:nvSpPr>
        <p:spPr>
          <a:xfrm>
            <a:off x="746760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58A2BB2-D235-44E4-A1BB-CFD72EF93697}"/>
              </a:ext>
            </a:extLst>
          </p:cNvPr>
          <p:cNvSpPr>
            <a:spLocks noGrp="1"/>
          </p:cNvSpPr>
          <p:nvPr/>
        </p:nvSpPr>
        <p:spPr>
          <a:xfrm>
            <a:off x="858202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1A45BBE2-57DF-4F56-8539-7E6710186AE5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25BD4B-9997-4722-8AD1-8CE63F46653D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2FDDFE-7EF7-49F0-9DDB-4CD2886D3848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FD52D8-D805-4F34-BC40-E83DBAB7A1DD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BADE31-646B-42B2-8D3E-13986D47C4ED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FA68C55-CD8D-47E4-B1B4-7D60B0D2DDFF}"/>
              </a:ext>
            </a:extLst>
          </p:cNvPr>
          <p:cNvSpPr>
            <a:spLocks noGrp="1"/>
          </p:cNvSpPr>
          <p:nvPr/>
        </p:nvSpPr>
        <p:spPr>
          <a:xfrm>
            <a:off x="723900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C5158-D3AE-4174-8DE1-407B20D19089}"/>
              </a:ext>
            </a:extLst>
          </p:cNvPr>
          <p:cNvSpPr>
            <a:spLocks noGrp="1"/>
          </p:cNvSpPr>
          <p:nvPr/>
        </p:nvSpPr>
        <p:spPr>
          <a:xfrm>
            <a:off x="746760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1EDDC1-4114-46F6-B495-32423301D136}"/>
              </a:ext>
            </a:extLst>
          </p:cNvPr>
          <p:cNvSpPr>
            <a:spLocks noGrp="1"/>
          </p:cNvSpPr>
          <p:nvPr/>
        </p:nvSpPr>
        <p:spPr>
          <a:xfrm>
            <a:off x="858202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D84C99-E8A6-471E-8F8F-649CD43F4D02}"/>
              </a:ext>
            </a:extLst>
          </p:cNvPr>
          <p:cNvSpPr>
            <a:spLocks noGrp="1"/>
          </p:cNvSpPr>
          <p:nvPr/>
        </p:nvSpPr>
        <p:spPr>
          <a:xfrm>
            <a:off x="746760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77CCA0-C69E-4448-AB2D-237BB00A7AA2}"/>
              </a:ext>
            </a:extLst>
          </p:cNvPr>
          <p:cNvSpPr>
            <a:spLocks noGrp="1"/>
          </p:cNvSpPr>
          <p:nvPr/>
        </p:nvSpPr>
        <p:spPr>
          <a:xfrm>
            <a:off x="858202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D9A97F-9CE1-43B8-B823-5F5AF6EC746C}"/>
              </a:ext>
            </a:extLst>
          </p:cNvPr>
          <p:cNvSpPr>
            <a:spLocks noGrp="1"/>
          </p:cNvSpPr>
          <p:nvPr/>
        </p:nvSpPr>
        <p:spPr>
          <a:xfrm>
            <a:off x="746760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B90174-46AA-49F4-823B-EC666850DD22}"/>
              </a:ext>
            </a:extLst>
          </p:cNvPr>
          <p:cNvSpPr>
            <a:spLocks noGrp="1"/>
          </p:cNvSpPr>
          <p:nvPr/>
        </p:nvSpPr>
        <p:spPr>
          <a:xfrm>
            <a:off x="858202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2B47920-EEE0-4770-BE19-CAB129762D41}"/>
              </a:ext>
            </a:extLst>
          </p:cNvPr>
          <p:cNvSpPr>
            <a:spLocks noGrp="1"/>
          </p:cNvSpPr>
          <p:nvPr/>
        </p:nvSpPr>
        <p:spPr>
          <a:xfrm>
            <a:off x="746760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148349-EAC1-47B1-A671-DC6DE09805D9}"/>
              </a:ext>
            </a:extLst>
          </p:cNvPr>
          <p:cNvSpPr>
            <a:spLocks noGrp="1"/>
          </p:cNvSpPr>
          <p:nvPr/>
        </p:nvSpPr>
        <p:spPr>
          <a:xfrm>
            <a:off x="858202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AF798533-9738-4CF0-A612-D40882AB250C}"/>
              </a:ext>
            </a:extLst>
          </p:cNvPr>
          <p:cNvSpPr>
            <a:spLocks noGrp="1"/>
          </p:cNvSpPr>
          <p:nvPr/>
        </p:nvSpPr>
        <p:spPr>
          <a:xfrm>
            <a:off x="6896100" y="423862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282D246-44A8-4785-8411-09D8897456F8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0D2E55-A429-4CA8-89DC-9D78CB3E2D4B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919199A-191A-4618-A3A8-808DFEB48CC5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D260DF2-4952-42CE-AFC3-B5E07D482004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reminders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581FE32-6D52-4222-86E7-1C1506DC23C9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7436DCB-85A3-47DD-9038-3D683C0A1FB9}"/>
              </a:ext>
            </a:extLst>
          </p:cNvPr>
          <p:cNvSpPr>
            <a:spLocks noGrp="1"/>
          </p:cNvSpPr>
          <p:nvPr/>
        </p:nvSpPr>
        <p:spPr>
          <a:xfrm>
            <a:off x="7467600" y="404812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B7A447-9F08-4935-8949-FF4F7F4DFF91}"/>
              </a:ext>
            </a:extLst>
          </p:cNvPr>
          <p:cNvSpPr>
            <a:spLocks noGrp="1"/>
          </p:cNvSpPr>
          <p:nvPr/>
        </p:nvSpPr>
        <p:spPr>
          <a:xfrm>
            <a:off x="8582025" y="404812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89119A-BD66-405F-832D-B6B02A615306}"/>
              </a:ext>
            </a:extLst>
          </p:cNvPr>
          <p:cNvSpPr>
            <a:spLocks noGrp="1"/>
          </p:cNvSpPr>
          <p:nvPr/>
        </p:nvSpPr>
        <p:spPr>
          <a:xfrm>
            <a:off x="7467600" y="420290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DA35752-4DAB-4C14-9A80-E3F810213FD2}"/>
              </a:ext>
            </a:extLst>
          </p:cNvPr>
          <p:cNvSpPr>
            <a:spLocks noGrp="1"/>
          </p:cNvSpPr>
          <p:nvPr/>
        </p:nvSpPr>
        <p:spPr>
          <a:xfrm>
            <a:off x="8582025" y="420290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469B774-F359-4854-9C50-AE87CBC53436}"/>
              </a:ext>
            </a:extLst>
          </p:cNvPr>
          <p:cNvSpPr>
            <a:spLocks noGrp="1"/>
          </p:cNvSpPr>
          <p:nvPr/>
        </p:nvSpPr>
        <p:spPr>
          <a:xfrm>
            <a:off x="7467600" y="435768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A1C7418-A5A4-4DF9-B8BF-3B82834F9BD1}"/>
              </a:ext>
            </a:extLst>
          </p:cNvPr>
          <p:cNvSpPr>
            <a:spLocks noGrp="1"/>
          </p:cNvSpPr>
          <p:nvPr/>
        </p:nvSpPr>
        <p:spPr>
          <a:xfrm>
            <a:off x="8582025" y="435768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8AF22F-3381-4942-BD6B-BC854E52543A}"/>
              </a:ext>
            </a:extLst>
          </p:cNvPr>
          <p:cNvSpPr>
            <a:spLocks noGrp="1"/>
          </p:cNvSpPr>
          <p:nvPr/>
        </p:nvSpPr>
        <p:spPr>
          <a:xfrm>
            <a:off x="7467600" y="451246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5C4D40C-56F3-4C37-8C6D-0451C104AF22}"/>
              </a:ext>
            </a:extLst>
          </p:cNvPr>
          <p:cNvSpPr>
            <a:spLocks noGrp="1"/>
          </p:cNvSpPr>
          <p:nvPr/>
        </p:nvSpPr>
        <p:spPr>
          <a:xfrm>
            <a:off x="8582025" y="451246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20DBE3A3-4262-41F4-9660-A634DBFA74FF}"/>
              </a:ext>
            </a:extLst>
          </p:cNvPr>
          <p:cNvSpPr>
            <a:spLocks noGrp="1"/>
          </p:cNvSpPr>
          <p:nvPr/>
        </p:nvSpPr>
        <p:spPr>
          <a:xfrm>
            <a:off x="6896100" y="523875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4EC2F2D-5F15-4E4F-B09F-EC966D527A83}"/>
              </a:ext>
            </a:extLst>
          </p:cNvPr>
          <p:cNvSpPr>
            <a:spLocks noGrp="1"/>
          </p:cNvSpPr>
          <p:nvPr/>
        </p:nvSpPr>
        <p:spPr>
          <a:xfrm>
            <a:off x="7029450" y="51339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BB3CC08-DCAC-44DC-ABFF-AF416C28BFC1}"/>
              </a:ext>
            </a:extLst>
          </p:cNvPr>
          <p:cNvSpPr>
            <a:spLocks noGrp="1"/>
          </p:cNvSpPr>
          <p:nvPr/>
        </p:nvSpPr>
        <p:spPr>
          <a:xfrm>
            <a:off x="7191375" y="47815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5F1E6B2-1CD3-4F9F-96A3-E8AAA664CCEC}"/>
              </a:ext>
            </a:extLst>
          </p:cNvPr>
          <p:cNvSpPr>
            <a:spLocks noGrp="1"/>
          </p:cNvSpPr>
          <p:nvPr/>
        </p:nvSpPr>
        <p:spPr>
          <a:xfrm>
            <a:off x="7191375" y="478155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8BBC612-C72C-457F-A72D-D631C05A6B0F}"/>
              </a:ext>
            </a:extLst>
          </p:cNvPr>
          <p:cNvSpPr>
            <a:spLocks noGrp="1"/>
          </p:cNvSpPr>
          <p:nvPr/>
        </p:nvSpPr>
        <p:spPr>
          <a:xfrm>
            <a:off x="7239000" y="48006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owner_notifications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72CC60C-78B1-40DB-BA0C-E9D365ECFD3D}"/>
              </a:ext>
            </a:extLst>
          </p:cNvPr>
          <p:cNvSpPr>
            <a:spLocks noGrp="1"/>
          </p:cNvSpPr>
          <p:nvPr/>
        </p:nvSpPr>
        <p:spPr>
          <a:xfrm>
            <a:off x="7239000" y="50482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882948B-3498-4C95-9C33-20125F81611B}"/>
              </a:ext>
            </a:extLst>
          </p:cNvPr>
          <p:cNvSpPr>
            <a:spLocks noGrp="1"/>
          </p:cNvSpPr>
          <p:nvPr/>
        </p:nvSpPr>
        <p:spPr>
          <a:xfrm>
            <a:off x="7467600" y="50482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B3EE21-354D-4F5B-AC73-39EB425C4FBF}"/>
              </a:ext>
            </a:extLst>
          </p:cNvPr>
          <p:cNvSpPr>
            <a:spLocks noGrp="1"/>
          </p:cNvSpPr>
          <p:nvPr/>
        </p:nvSpPr>
        <p:spPr>
          <a:xfrm>
            <a:off x="8582025" y="50482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BDA6AA6-AACF-477C-9207-6B97721602B0}"/>
              </a:ext>
            </a:extLst>
          </p:cNvPr>
          <p:cNvSpPr>
            <a:spLocks noGrp="1"/>
          </p:cNvSpPr>
          <p:nvPr/>
        </p:nvSpPr>
        <p:spPr>
          <a:xfrm>
            <a:off x="7467600" y="52030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6A91888-4F40-4C08-861E-633FDFE4D2A4}"/>
              </a:ext>
            </a:extLst>
          </p:cNvPr>
          <p:cNvSpPr>
            <a:spLocks noGrp="1"/>
          </p:cNvSpPr>
          <p:nvPr/>
        </p:nvSpPr>
        <p:spPr>
          <a:xfrm>
            <a:off x="8582025" y="52030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116005A-E2DB-41CA-9334-C2C887A513CE}"/>
              </a:ext>
            </a:extLst>
          </p:cNvPr>
          <p:cNvSpPr>
            <a:spLocks noGrp="1"/>
          </p:cNvSpPr>
          <p:nvPr/>
        </p:nvSpPr>
        <p:spPr>
          <a:xfrm>
            <a:off x="7467600" y="53578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B91DDFB-2393-4552-8C3F-127F12FD00D4}"/>
              </a:ext>
            </a:extLst>
          </p:cNvPr>
          <p:cNvSpPr>
            <a:spLocks noGrp="1"/>
          </p:cNvSpPr>
          <p:nvPr/>
        </p:nvSpPr>
        <p:spPr>
          <a:xfrm>
            <a:off x="8582025" y="53578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2941AF1-828D-4989-B244-A0474D6F91F7}"/>
              </a:ext>
            </a:extLst>
          </p:cNvPr>
          <p:cNvSpPr>
            <a:spLocks noGrp="1"/>
          </p:cNvSpPr>
          <p:nvPr/>
        </p:nvSpPr>
        <p:spPr>
          <a:xfrm>
            <a:off x="7467600" y="55125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3A520B4-CA14-481B-A05A-2E0357C790C7}"/>
              </a:ext>
            </a:extLst>
          </p:cNvPr>
          <p:cNvSpPr>
            <a:spLocks noGrp="1"/>
          </p:cNvSpPr>
          <p:nvPr/>
        </p:nvSpPr>
        <p:spPr>
          <a:xfrm>
            <a:off x="8582025" y="55125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F5459210-5DC1-4EE4-A12B-D4D844001771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FC70F6E-87E7-499D-9286-271EEA73B4F3}"/>
              </a:ext>
            </a:extLst>
          </p:cNvPr>
          <p:cNvSpPr>
            <a:spLocks noGrp="1"/>
          </p:cNvSpPr>
          <p:nvPr/>
        </p:nvSpPr>
        <p:spPr>
          <a:xfrm>
            <a:off x="922020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BB58928-AA6A-4D4E-AE94-AC53C4B39D42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80A2020-1D15-4206-88F7-6A35E101FC27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D9395E-677C-4098-8944-A707219ECE59}"/>
              </a:ext>
            </a:extLst>
          </p:cNvPr>
          <p:cNvSpPr>
            <a:spLocks noGrp="1"/>
          </p:cNvSpPr>
          <p:nvPr/>
        </p:nvSpPr>
        <p:spPr>
          <a:xfrm>
            <a:off x="942975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saved_addresses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E8C2F33-7E68-4459-871D-7A8952311412}"/>
              </a:ext>
            </a:extLst>
          </p:cNvPr>
          <p:cNvSpPr>
            <a:spLocks noGrp="1"/>
          </p:cNvSpPr>
          <p:nvPr/>
        </p:nvSpPr>
        <p:spPr>
          <a:xfrm>
            <a:off x="942975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90B1B75-6460-4FAD-8A32-7179A84A3BD5}"/>
              </a:ext>
            </a:extLst>
          </p:cNvPr>
          <p:cNvSpPr>
            <a:spLocks noGrp="1"/>
          </p:cNvSpPr>
          <p:nvPr/>
        </p:nvSpPr>
        <p:spPr>
          <a:xfrm>
            <a:off x="965835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A73BBD-B8B7-418C-AA41-71B4A39565D6}"/>
              </a:ext>
            </a:extLst>
          </p:cNvPr>
          <p:cNvSpPr>
            <a:spLocks noGrp="1"/>
          </p:cNvSpPr>
          <p:nvPr/>
        </p:nvSpPr>
        <p:spPr>
          <a:xfrm>
            <a:off x="1077277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3C12368-CF36-44AC-A4D2-C9990F0D88BD}"/>
              </a:ext>
            </a:extLst>
          </p:cNvPr>
          <p:cNvSpPr>
            <a:spLocks noGrp="1"/>
          </p:cNvSpPr>
          <p:nvPr/>
        </p:nvSpPr>
        <p:spPr>
          <a:xfrm>
            <a:off x="965835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1C54343-CF0C-4265-9147-4EBF783A8726}"/>
              </a:ext>
            </a:extLst>
          </p:cNvPr>
          <p:cNvSpPr>
            <a:spLocks noGrp="1"/>
          </p:cNvSpPr>
          <p:nvPr/>
        </p:nvSpPr>
        <p:spPr>
          <a:xfrm>
            <a:off x="1077277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FEBC971-FFA1-4241-90AC-9BABF1D29BE4}"/>
              </a:ext>
            </a:extLst>
          </p:cNvPr>
          <p:cNvSpPr>
            <a:spLocks noGrp="1"/>
          </p:cNvSpPr>
          <p:nvPr/>
        </p:nvSpPr>
        <p:spPr>
          <a:xfrm>
            <a:off x="965835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BF40B40-D9CB-4FD7-9AEA-C60337F003F2}"/>
              </a:ext>
            </a:extLst>
          </p:cNvPr>
          <p:cNvSpPr>
            <a:spLocks noGrp="1"/>
          </p:cNvSpPr>
          <p:nvPr/>
        </p:nvSpPr>
        <p:spPr>
          <a:xfrm>
            <a:off x="1077277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A47F4A6-160C-4CB8-AA5D-73317B47F224}"/>
              </a:ext>
            </a:extLst>
          </p:cNvPr>
          <p:cNvSpPr>
            <a:spLocks noGrp="1"/>
          </p:cNvSpPr>
          <p:nvPr/>
        </p:nvSpPr>
        <p:spPr>
          <a:xfrm>
            <a:off x="965835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45FEB8B-5CFB-45C1-9765-696EE91AD418}"/>
              </a:ext>
            </a:extLst>
          </p:cNvPr>
          <p:cNvSpPr>
            <a:spLocks noGrp="1"/>
          </p:cNvSpPr>
          <p:nvPr/>
        </p:nvSpPr>
        <p:spPr>
          <a:xfrm>
            <a:off x="1077277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BCC40190-7174-4A8C-A6FA-D6852963D7FB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124DFDE-1832-459B-BB29-39D9846A223F}"/>
              </a:ext>
            </a:extLst>
          </p:cNvPr>
          <p:cNvSpPr>
            <a:spLocks noGrp="1"/>
          </p:cNvSpPr>
          <p:nvPr/>
        </p:nvSpPr>
        <p:spPr>
          <a:xfrm>
            <a:off x="922020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A490E87-87E1-43A1-85DC-B0D5D20E1DD2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8108134-20A7-4A28-A44C-46FD3B134DEC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821909C-EDBB-47C6-B6C4-1C6D5DFB2D7A}"/>
              </a:ext>
            </a:extLst>
          </p:cNvPr>
          <p:cNvSpPr>
            <a:spLocks noGrp="1"/>
          </p:cNvSpPr>
          <p:nvPr/>
        </p:nvSpPr>
        <p:spPr>
          <a:xfrm>
            <a:off x="942975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notification_settings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8D62177-BEC9-4E3F-BF5B-2B273B576E74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89A3AAB-0741-42D4-BDFC-FFA623737963}"/>
              </a:ext>
            </a:extLst>
          </p:cNvPr>
          <p:cNvSpPr>
            <a:spLocks noGrp="1"/>
          </p:cNvSpPr>
          <p:nvPr/>
        </p:nvSpPr>
        <p:spPr>
          <a:xfrm>
            <a:off x="965835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FAF1029-2FF9-4A18-9B7E-DEACCA6053D7}"/>
              </a:ext>
            </a:extLst>
          </p:cNvPr>
          <p:cNvSpPr>
            <a:spLocks noGrp="1"/>
          </p:cNvSpPr>
          <p:nvPr/>
        </p:nvSpPr>
        <p:spPr>
          <a:xfrm>
            <a:off x="1077277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760BC9C-B936-4E15-9826-CB1130BE5D3D}"/>
              </a:ext>
            </a:extLst>
          </p:cNvPr>
          <p:cNvSpPr>
            <a:spLocks noGrp="1"/>
          </p:cNvSpPr>
          <p:nvPr/>
        </p:nvSpPr>
        <p:spPr>
          <a:xfrm>
            <a:off x="965835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4B6EE09-6B00-4498-B186-6C0F9D559D23}"/>
              </a:ext>
            </a:extLst>
          </p:cNvPr>
          <p:cNvSpPr>
            <a:spLocks noGrp="1"/>
          </p:cNvSpPr>
          <p:nvPr/>
        </p:nvSpPr>
        <p:spPr>
          <a:xfrm>
            <a:off x="1077277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20B026C-B106-46FB-A576-F4A8B649BF2E}"/>
              </a:ext>
            </a:extLst>
          </p:cNvPr>
          <p:cNvSpPr>
            <a:spLocks noGrp="1"/>
          </p:cNvSpPr>
          <p:nvPr/>
        </p:nvSpPr>
        <p:spPr>
          <a:xfrm>
            <a:off x="965835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B793807-F572-48C1-AAAF-91C5EAE764D6}"/>
              </a:ext>
            </a:extLst>
          </p:cNvPr>
          <p:cNvSpPr>
            <a:spLocks noGrp="1"/>
          </p:cNvSpPr>
          <p:nvPr/>
        </p:nvSpPr>
        <p:spPr>
          <a:xfrm>
            <a:off x="1077277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1C4AD7B-4B13-4AA6-86DB-BF1F4ABEA60F}"/>
              </a:ext>
            </a:extLst>
          </p:cNvPr>
          <p:cNvSpPr>
            <a:spLocks noGrp="1"/>
          </p:cNvSpPr>
          <p:nvPr/>
        </p:nvSpPr>
        <p:spPr>
          <a:xfrm>
            <a:off x="965835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C6D7056-1FE8-45AB-BCD1-BA8ADDB7FB3C}"/>
              </a:ext>
            </a:extLst>
          </p:cNvPr>
          <p:cNvSpPr>
            <a:spLocks noGrp="1"/>
          </p:cNvSpPr>
          <p:nvPr/>
        </p:nvSpPr>
        <p:spPr>
          <a:xfrm>
            <a:off x="1077277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Straight Connector 122">
            <a:extLst>
              <a:ext uri="{FF2B5EF4-FFF2-40B4-BE49-F238E27FC236}">
                <a16:creationId xmlns:a16="http://schemas.microsoft.com/office/drawing/2014/main" id="{C5D3E949-552B-4114-BE53-DFC4A0D9FF8F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DF4CCB8-9C14-493B-81FE-78F7499D36E5}"/>
              </a:ext>
            </a:extLst>
          </p:cNvPr>
          <p:cNvSpPr>
            <a:spLocks noGrp="1"/>
          </p:cNvSpPr>
          <p:nvPr/>
        </p:nvSpPr>
        <p:spPr>
          <a:xfrm>
            <a:off x="922020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3E28766-E758-4B96-BD10-FC2F121C4206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F3FAD2F-4752-45EC-92FD-36D44D2A4B49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D6BB6F4-34A9-4FD8-B2D5-DCBE2149022D}"/>
              </a:ext>
            </a:extLst>
          </p:cNvPr>
          <p:cNvSpPr>
            <a:spLocks noGrp="1"/>
          </p:cNvSpPr>
          <p:nvPr/>
        </p:nvSpPr>
        <p:spPr>
          <a:xfrm>
            <a:off x="942975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history_reviews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8733F72-E5D7-4674-BC86-2BACA114389B}"/>
              </a:ext>
            </a:extLst>
          </p:cNvPr>
          <p:cNvSpPr>
            <a:spLocks noGrp="1"/>
          </p:cNvSpPr>
          <p:nvPr/>
        </p:nvSpPr>
        <p:spPr>
          <a:xfrm>
            <a:off x="942975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AE07357-92F4-4955-BB7D-E8131EF57317}"/>
              </a:ext>
            </a:extLst>
          </p:cNvPr>
          <p:cNvSpPr>
            <a:spLocks noGrp="1"/>
          </p:cNvSpPr>
          <p:nvPr/>
        </p:nvSpPr>
        <p:spPr>
          <a:xfrm>
            <a:off x="965835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83EF253-E678-4398-A334-EA922CDF6C71}"/>
              </a:ext>
            </a:extLst>
          </p:cNvPr>
          <p:cNvSpPr>
            <a:spLocks noGrp="1"/>
          </p:cNvSpPr>
          <p:nvPr/>
        </p:nvSpPr>
        <p:spPr>
          <a:xfrm>
            <a:off x="1077277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003FD1F-14D6-4738-A94D-F449A06BD0DC}"/>
              </a:ext>
            </a:extLst>
          </p:cNvPr>
          <p:cNvSpPr>
            <a:spLocks noGrp="1"/>
          </p:cNvSpPr>
          <p:nvPr/>
        </p:nvSpPr>
        <p:spPr>
          <a:xfrm>
            <a:off x="965835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BA5EC3D-E9A6-46D2-8233-B3B627B5F418}"/>
              </a:ext>
            </a:extLst>
          </p:cNvPr>
          <p:cNvSpPr>
            <a:spLocks noGrp="1"/>
          </p:cNvSpPr>
          <p:nvPr/>
        </p:nvSpPr>
        <p:spPr>
          <a:xfrm>
            <a:off x="1077277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FB217AE-42A8-42DA-A634-0C9F823A3654}"/>
              </a:ext>
            </a:extLst>
          </p:cNvPr>
          <p:cNvSpPr>
            <a:spLocks noGrp="1"/>
          </p:cNvSpPr>
          <p:nvPr/>
        </p:nvSpPr>
        <p:spPr>
          <a:xfrm>
            <a:off x="965835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1A2A616-50CF-4FBA-8465-FC451D50B14D}"/>
              </a:ext>
            </a:extLst>
          </p:cNvPr>
          <p:cNvSpPr>
            <a:spLocks noGrp="1"/>
          </p:cNvSpPr>
          <p:nvPr/>
        </p:nvSpPr>
        <p:spPr>
          <a:xfrm>
            <a:off x="1077277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B696BBE-3EBB-4E06-8739-7FF519089A97}"/>
              </a:ext>
            </a:extLst>
          </p:cNvPr>
          <p:cNvSpPr>
            <a:spLocks noGrp="1"/>
          </p:cNvSpPr>
          <p:nvPr/>
        </p:nvSpPr>
        <p:spPr>
          <a:xfrm>
            <a:off x="965835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10C407C-BFCE-453F-8893-35F484BEC5EF}"/>
              </a:ext>
            </a:extLst>
          </p:cNvPr>
          <p:cNvSpPr>
            <a:spLocks noGrp="1"/>
          </p:cNvSpPr>
          <p:nvPr/>
        </p:nvSpPr>
        <p:spPr>
          <a:xfrm>
            <a:off x="1077277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37" name="Straight Connector 136">
            <a:extLst>
              <a:ext uri="{FF2B5EF4-FFF2-40B4-BE49-F238E27FC236}">
                <a16:creationId xmlns:a16="http://schemas.microsoft.com/office/drawing/2014/main" id="{350944B9-E298-44F5-A0F0-59BFCFF771DA}"/>
              </a:ext>
            </a:extLst>
          </p:cNvPr>
          <p:cNvSpPr>
            <a:spLocks noGrp="1"/>
          </p:cNvSpPr>
          <p:nvPr/>
        </p:nvSpPr>
        <p:spPr>
          <a:xfrm>
            <a:off x="6896100" y="4238625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7C7C712-DE80-496E-8934-A698D2767CEC}"/>
              </a:ext>
            </a:extLst>
          </p:cNvPr>
          <p:cNvSpPr>
            <a:spLocks noGrp="1"/>
          </p:cNvSpPr>
          <p:nvPr/>
        </p:nvSpPr>
        <p:spPr>
          <a:xfrm>
            <a:off x="9220200" y="413385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1861E33-325A-49EA-9CD9-978FFBCB59D3}"/>
              </a:ext>
            </a:extLst>
          </p:cNvPr>
          <p:cNvSpPr>
            <a:spLocks noGrp="1"/>
          </p:cNvSpPr>
          <p:nvPr/>
        </p:nvSpPr>
        <p:spPr>
          <a:xfrm>
            <a:off x="9382125" y="378142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81A44F8-7777-445F-BDBF-84495A57F4B5}"/>
              </a:ext>
            </a:extLst>
          </p:cNvPr>
          <p:cNvSpPr>
            <a:spLocks noGrp="1"/>
          </p:cNvSpPr>
          <p:nvPr/>
        </p:nvSpPr>
        <p:spPr>
          <a:xfrm>
            <a:off x="9382125" y="3781425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2D3206E-665C-4488-AD93-7F7DE997ADE2}"/>
              </a:ext>
            </a:extLst>
          </p:cNvPr>
          <p:cNvSpPr>
            <a:spLocks noGrp="1"/>
          </p:cNvSpPr>
          <p:nvPr/>
        </p:nvSpPr>
        <p:spPr>
          <a:xfrm>
            <a:off x="9429750" y="3800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saved_first_aid_guides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A48B72F-9464-4E6F-894B-188477C6A9CE}"/>
              </a:ext>
            </a:extLst>
          </p:cNvPr>
          <p:cNvSpPr>
            <a:spLocks noGrp="1"/>
          </p:cNvSpPr>
          <p:nvPr/>
        </p:nvSpPr>
        <p:spPr>
          <a:xfrm>
            <a:off x="9429750" y="404812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DCC51BE-9FE2-4FA2-9BA8-6772EFF979BE}"/>
              </a:ext>
            </a:extLst>
          </p:cNvPr>
          <p:cNvSpPr>
            <a:spLocks noGrp="1"/>
          </p:cNvSpPr>
          <p:nvPr/>
        </p:nvSpPr>
        <p:spPr>
          <a:xfrm>
            <a:off x="9658350" y="404812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EB7C8CE-9112-42ED-8A98-A176A616B967}"/>
              </a:ext>
            </a:extLst>
          </p:cNvPr>
          <p:cNvSpPr>
            <a:spLocks noGrp="1"/>
          </p:cNvSpPr>
          <p:nvPr/>
        </p:nvSpPr>
        <p:spPr>
          <a:xfrm>
            <a:off x="10772775" y="404812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25452D3-B3BD-49F8-B096-30B175D42B73}"/>
              </a:ext>
            </a:extLst>
          </p:cNvPr>
          <p:cNvSpPr>
            <a:spLocks noGrp="1"/>
          </p:cNvSpPr>
          <p:nvPr/>
        </p:nvSpPr>
        <p:spPr>
          <a:xfrm>
            <a:off x="9658350" y="420290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19A4B6E-6836-45EF-AC4F-A9DFD3C4FC20}"/>
              </a:ext>
            </a:extLst>
          </p:cNvPr>
          <p:cNvSpPr>
            <a:spLocks noGrp="1"/>
          </p:cNvSpPr>
          <p:nvPr/>
        </p:nvSpPr>
        <p:spPr>
          <a:xfrm>
            <a:off x="10772775" y="420290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4BB199B-F574-4E8E-81FA-961025F3C1F8}"/>
              </a:ext>
            </a:extLst>
          </p:cNvPr>
          <p:cNvSpPr>
            <a:spLocks noGrp="1"/>
          </p:cNvSpPr>
          <p:nvPr/>
        </p:nvSpPr>
        <p:spPr>
          <a:xfrm>
            <a:off x="9658350" y="435768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5F7A496-544F-424A-914C-079730A65B8D}"/>
              </a:ext>
            </a:extLst>
          </p:cNvPr>
          <p:cNvSpPr>
            <a:spLocks noGrp="1"/>
          </p:cNvSpPr>
          <p:nvPr/>
        </p:nvSpPr>
        <p:spPr>
          <a:xfrm>
            <a:off x="10772775" y="435768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20DC0BE-1EFE-4A47-8864-6609880AEF50}"/>
              </a:ext>
            </a:extLst>
          </p:cNvPr>
          <p:cNvSpPr>
            <a:spLocks noGrp="1"/>
          </p:cNvSpPr>
          <p:nvPr/>
        </p:nvSpPr>
        <p:spPr>
          <a:xfrm>
            <a:off x="9658350" y="451246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EC54A79-B186-420E-8A42-34D30B818D25}"/>
              </a:ext>
            </a:extLst>
          </p:cNvPr>
          <p:cNvSpPr>
            <a:spLocks noGrp="1"/>
          </p:cNvSpPr>
          <p:nvPr/>
        </p:nvSpPr>
        <p:spPr>
          <a:xfrm>
            <a:off x="10772775" y="451246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6558075-7D5B-4A59-A343-97536AFF8003}"/>
              </a:ext>
            </a:extLst>
          </p:cNvPr>
          <p:cNvSpPr>
            <a:spLocks noGrp="1"/>
          </p:cNvSpPr>
          <p:nvPr/>
        </p:nvSpPr>
        <p:spPr>
          <a:xfrm>
            <a:off x="6743700" y="27051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748F185-4DAB-4D2A-8534-075EF2C70EB1}"/>
              </a:ext>
            </a:extLst>
          </p:cNvPr>
          <p:cNvSpPr>
            <a:spLocks noGrp="1"/>
          </p:cNvSpPr>
          <p:nvPr/>
        </p:nvSpPr>
        <p:spPr>
          <a:xfrm>
            <a:off x="5286375" y="59055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2ED15A6-5B2C-4C13-87AC-2ED1DD4151BD}"/>
              </a:ext>
            </a:extLst>
          </p:cNvPr>
          <p:cNvSpPr>
            <a:spLocks noGrp="1"/>
          </p:cNvSpPr>
          <p:nvPr/>
        </p:nvSpPr>
        <p:spPr>
          <a:xfrm>
            <a:off x="8429625" y="59055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FCD9A8E-0898-4034-9702-5726D93A7093}"/>
              </a:ext>
            </a:extLst>
          </p:cNvPr>
          <p:cNvSpPr>
            <a:spLocks noGrp="1"/>
          </p:cNvSpPr>
          <p:nvPr/>
        </p:nvSpPr>
        <p:spPr>
          <a:xfrm>
            <a:off x="9105900" y="59055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286CEDE-BE15-4A97-9802-BC3FD39A3137}"/>
              </a:ext>
            </a:extLst>
          </p:cNvPr>
          <p:cNvSpPr>
            <a:spLocks noGrp="1"/>
          </p:cNvSpPr>
          <p:nvPr/>
        </p:nvSpPr>
        <p:spPr>
          <a:xfrm>
            <a:off x="10058400" y="590550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CD08F13-01AD-451E-A2B3-9FCDDD152BAE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381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9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66892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5192BF80-7BAC-4D47-BF39-DC49BF549BA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9DC644-7C53-4432-9484-4D44F1608AD0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390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 and service bookings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285805-547F-4D37-90FA-C07D4C919747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Medical, home-visit and pet-care workflows remain separate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091D9-8FA5-480A-A6DE-68EC26C2757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7939C8-C172-46D5-97F6-3A1636D5AA25}"/>
              </a:ext>
            </a:extLst>
          </p:cNvPr>
          <p:cNvSpPr>
            <a:spLocks noGrp="1"/>
          </p:cNvSpPr>
          <p:nvPr/>
        </p:nvSpPr>
        <p:spPr>
          <a:xfrm>
            <a:off x="5000625" y="495300"/>
            <a:ext cx="6572250" cy="58293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2F47E-EB4C-436B-9052-B87ABA970DA4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medical-service bookings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CEE82-ABB5-4C90-BF49-7D9ABB8ABE8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services at the owner's address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BC8C3-4EA3-4F44-B03E-1F2666B743E4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grooming, bathing, nail trimming and boarding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463EC-C3AA-443A-98D4-735FCDA7329B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 tables: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check-in order and walk-in 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8E9DAD-E6A6-4161-8C0E-16B7072E9A0C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state: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view of appointment progress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300684-E67A-49F7-AB77-3E4609D1EBEE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8AFFC-3440-42ED-B6DC-95AACD016A16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38125"/>
          </a:xfrm>
          <a:prstGeom prst="rect">
            <a:avLst/>
          </a:prstGeom>
          <a:solidFill>
            <a:srgbClr val="DCE7F6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FE17E-DC57-4A8F-89F8-9098D34CA58F}"/>
              </a:ext>
            </a:extLst>
          </p:cNvPr>
          <p:cNvSpPr>
            <a:spLocks noGrp="1"/>
          </p:cNvSpPr>
          <p:nvPr/>
        </p:nvSpPr>
        <p:spPr>
          <a:xfrm>
            <a:off x="5334000" y="1771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A26839-92D1-4143-B9A8-13844AEEB7EE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2095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15348-48C6-4CA8-913E-A989CED17002}"/>
              </a:ext>
            </a:extLst>
          </p:cNvPr>
          <p:cNvSpPr>
            <a:spLocks noGrp="1"/>
          </p:cNvSpPr>
          <p:nvPr/>
        </p:nvSpPr>
        <p:spPr>
          <a:xfrm>
            <a:off x="5562600" y="2019300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267544-6820-4F3B-A58D-F5E860331EF1}"/>
              </a:ext>
            </a:extLst>
          </p:cNvPr>
          <p:cNvSpPr>
            <a:spLocks noGrp="1"/>
          </p:cNvSpPr>
          <p:nvPr/>
        </p:nvSpPr>
        <p:spPr>
          <a:xfrm>
            <a:off x="6329363" y="2019300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6712C-3EB1-4662-8619-7170EA3F8246}"/>
              </a:ext>
            </a:extLst>
          </p:cNvPr>
          <p:cNvSpPr>
            <a:spLocks noGrp="1"/>
          </p:cNvSpPr>
          <p:nvPr/>
        </p:nvSpPr>
        <p:spPr>
          <a:xfrm>
            <a:off x="5562600" y="2483644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1A5898-CDB7-4D76-8CB0-861CFC941027}"/>
              </a:ext>
            </a:extLst>
          </p:cNvPr>
          <p:cNvSpPr>
            <a:spLocks noGrp="1"/>
          </p:cNvSpPr>
          <p:nvPr/>
        </p:nvSpPr>
        <p:spPr>
          <a:xfrm>
            <a:off x="6329363" y="2483644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15FC9D-A904-4927-B9A3-66B70C25B0BF}"/>
              </a:ext>
            </a:extLst>
          </p:cNvPr>
          <p:cNvSpPr>
            <a:spLocks noGrp="1"/>
          </p:cNvSpPr>
          <p:nvPr/>
        </p:nvSpPr>
        <p:spPr>
          <a:xfrm>
            <a:off x="5562600" y="2947988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63E358-C396-4E35-A790-4DF2BAB290B7}"/>
              </a:ext>
            </a:extLst>
          </p:cNvPr>
          <p:cNvSpPr>
            <a:spLocks noGrp="1"/>
          </p:cNvSpPr>
          <p:nvPr/>
        </p:nvSpPr>
        <p:spPr>
          <a:xfrm>
            <a:off x="6329363" y="2947988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B54C2D-CD25-4552-9457-CD1A2664BFCB}"/>
              </a:ext>
            </a:extLst>
          </p:cNvPr>
          <p:cNvSpPr>
            <a:spLocks noGrp="1"/>
          </p:cNvSpPr>
          <p:nvPr/>
        </p:nvSpPr>
        <p:spPr>
          <a:xfrm>
            <a:off x="5562600" y="3412331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3E2798-A105-4FAF-8AAF-B7F2C48FA650}"/>
              </a:ext>
            </a:extLst>
          </p:cNvPr>
          <p:cNvSpPr>
            <a:spLocks noGrp="1"/>
          </p:cNvSpPr>
          <p:nvPr/>
        </p:nvSpPr>
        <p:spPr>
          <a:xfrm>
            <a:off x="6329363" y="3412331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386F5D19-4F73-4FB8-B4A5-5A4442582328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1809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5904199-115F-4EA1-8466-ED91A033113B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0" cy="3000375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F83DF048-FA13-4039-97B0-87DA564A09C6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6567C-3C23-49DA-906E-74A2D5ED92D5}"/>
              </a:ext>
            </a:extLst>
          </p:cNvPr>
          <p:cNvSpPr>
            <a:spLocks noGrp="1"/>
          </p:cNvSpPr>
          <p:nvPr/>
        </p:nvSpPr>
        <p:spPr>
          <a:xfrm>
            <a:off x="702945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23FA3A-DC14-4E37-B7B0-1C13D144F09B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A79444-6233-47AE-A39F-4B6AE78864F8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852688-032A-4E5B-99E2-80F90531DC5D}"/>
              </a:ext>
            </a:extLst>
          </p:cNvPr>
          <p:cNvSpPr>
            <a:spLocks noGrp="1"/>
          </p:cNvSpPr>
          <p:nvPr/>
        </p:nvSpPr>
        <p:spPr>
          <a:xfrm>
            <a:off x="723900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606C49-B6C6-40B7-8E59-4EA5C32A82C6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F6F4AC-6095-4104-9D10-E72EE10D915B}"/>
              </a:ext>
            </a:extLst>
          </p:cNvPr>
          <p:cNvSpPr>
            <a:spLocks noGrp="1"/>
          </p:cNvSpPr>
          <p:nvPr/>
        </p:nvSpPr>
        <p:spPr>
          <a:xfrm>
            <a:off x="746760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DA04-9003-4072-9971-97F29ACCFF5D}"/>
              </a:ext>
            </a:extLst>
          </p:cNvPr>
          <p:cNvSpPr>
            <a:spLocks noGrp="1"/>
          </p:cNvSpPr>
          <p:nvPr/>
        </p:nvSpPr>
        <p:spPr>
          <a:xfrm>
            <a:off x="858202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089ADA-2129-42D8-815D-612CBF27A6C8}"/>
              </a:ext>
            </a:extLst>
          </p:cNvPr>
          <p:cNvSpPr>
            <a:spLocks noGrp="1"/>
          </p:cNvSpPr>
          <p:nvPr/>
        </p:nvSpPr>
        <p:spPr>
          <a:xfrm>
            <a:off x="746760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9683E0-01FD-4F4C-995F-482CEB1E749F}"/>
              </a:ext>
            </a:extLst>
          </p:cNvPr>
          <p:cNvSpPr>
            <a:spLocks noGrp="1"/>
          </p:cNvSpPr>
          <p:nvPr/>
        </p:nvSpPr>
        <p:spPr>
          <a:xfrm>
            <a:off x="858202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5693D6-8DB0-4EF7-90DD-81ACCAB20E3F}"/>
              </a:ext>
            </a:extLst>
          </p:cNvPr>
          <p:cNvSpPr>
            <a:spLocks noGrp="1"/>
          </p:cNvSpPr>
          <p:nvPr/>
        </p:nvSpPr>
        <p:spPr>
          <a:xfrm>
            <a:off x="746760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7FA8F8-72B8-4B11-B092-03FF78528F11}"/>
              </a:ext>
            </a:extLst>
          </p:cNvPr>
          <p:cNvSpPr>
            <a:spLocks noGrp="1"/>
          </p:cNvSpPr>
          <p:nvPr/>
        </p:nvSpPr>
        <p:spPr>
          <a:xfrm>
            <a:off x="858202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DC4CBD-BF0A-45A4-882B-29741B6C83FB}"/>
              </a:ext>
            </a:extLst>
          </p:cNvPr>
          <p:cNvSpPr>
            <a:spLocks noGrp="1"/>
          </p:cNvSpPr>
          <p:nvPr/>
        </p:nvSpPr>
        <p:spPr>
          <a:xfrm>
            <a:off x="746760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BD56BF-5FB3-40D3-AA93-A7493AF50292}"/>
              </a:ext>
            </a:extLst>
          </p:cNvPr>
          <p:cNvSpPr>
            <a:spLocks noGrp="1"/>
          </p:cNvSpPr>
          <p:nvPr/>
        </p:nvSpPr>
        <p:spPr>
          <a:xfrm>
            <a:off x="858202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1D8DE628-3785-4BE3-9C9A-7A7CDEB2A608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28F82-6309-4F82-80FE-1A587E0ACB85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35FAAD-65A0-4683-86EE-2124C4235776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F5FED0-387D-443D-BA7F-FF9381D31E72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A63AD-09F8-494E-8A31-1BA677FB7243}"/>
              </a:ext>
            </a:extLst>
          </p:cNvPr>
          <p:cNvSpPr>
            <a:spLocks noGrp="1"/>
          </p:cNvSpPr>
          <p:nvPr/>
        </p:nvSpPr>
        <p:spPr>
          <a:xfrm>
            <a:off x="723900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queue_entries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C2BE41-A83D-408E-A667-ECD84FFE7EEC}"/>
              </a:ext>
            </a:extLst>
          </p:cNvPr>
          <p:cNvSpPr>
            <a:spLocks noGrp="1"/>
          </p:cNvSpPr>
          <p:nvPr/>
        </p:nvSpPr>
        <p:spPr>
          <a:xfrm>
            <a:off x="723900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E9CBA1-38B1-443D-8335-A0F7AC324AF2}"/>
              </a:ext>
            </a:extLst>
          </p:cNvPr>
          <p:cNvSpPr>
            <a:spLocks noGrp="1"/>
          </p:cNvSpPr>
          <p:nvPr/>
        </p:nvSpPr>
        <p:spPr>
          <a:xfrm>
            <a:off x="746760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F57858-57F4-4E64-A002-C7DE059BB093}"/>
              </a:ext>
            </a:extLst>
          </p:cNvPr>
          <p:cNvSpPr>
            <a:spLocks noGrp="1"/>
          </p:cNvSpPr>
          <p:nvPr/>
        </p:nvSpPr>
        <p:spPr>
          <a:xfrm>
            <a:off x="858202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65E23C-AABD-483E-B2E3-15DF28DDDFEE}"/>
              </a:ext>
            </a:extLst>
          </p:cNvPr>
          <p:cNvSpPr>
            <a:spLocks noGrp="1"/>
          </p:cNvSpPr>
          <p:nvPr/>
        </p:nvSpPr>
        <p:spPr>
          <a:xfrm>
            <a:off x="746760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F48799-E00F-4E15-996C-7EF0189EBEAC}"/>
              </a:ext>
            </a:extLst>
          </p:cNvPr>
          <p:cNvSpPr>
            <a:spLocks noGrp="1"/>
          </p:cNvSpPr>
          <p:nvPr/>
        </p:nvSpPr>
        <p:spPr>
          <a:xfrm>
            <a:off x="858202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06704A-1C13-4715-AB6D-64B4ED0BD34C}"/>
              </a:ext>
            </a:extLst>
          </p:cNvPr>
          <p:cNvSpPr>
            <a:spLocks noGrp="1"/>
          </p:cNvSpPr>
          <p:nvPr/>
        </p:nvSpPr>
        <p:spPr>
          <a:xfrm>
            <a:off x="746760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6DC4402-C7D1-4C09-8328-73C094B9DC78}"/>
              </a:ext>
            </a:extLst>
          </p:cNvPr>
          <p:cNvSpPr>
            <a:spLocks noGrp="1"/>
          </p:cNvSpPr>
          <p:nvPr/>
        </p:nvSpPr>
        <p:spPr>
          <a:xfrm>
            <a:off x="858202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769065-1449-4ABA-8D5E-A0740E54B80D}"/>
              </a:ext>
            </a:extLst>
          </p:cNvPr>
          <p:cNvSpPr>
            <a:spLocks noGrp="1"/>
          </p:cNvSpPr>
          <p:nvPr/>
        </p:nvSpPr>
        <p:spPr>
          <a:xfrm>
            <a:off x="746760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9477C9-2650-47DE-ADD8-5D37B6773DB1}"/>
              </a:ext>
            </a:extLst>
          </p:cNvPr>
          <p:cNvSpPr>
            <a:spLocks noGrp="1"/>
          </p:cNvSpPr>
          <p:nvPr/>
        </p:nvSpPr>
        <p:spPr>
          <a:xfrm>
            <a:off x="858202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A95D1292-472D-424F-ACC4-5A8EA8483D75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6F40A7-F8AB-44C4-8F97-F97EF423122E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8F321F2-2F58-4539-AF35-411AA66F7C84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C3438-1A90-459E-8FE8-B64700985A2F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292269-7EEC-40C6-852F-208F8807D3C2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7FD56B-F5BC-494B-8129-2E0E5B01F356}"/>
              </a:ext>
            </a:extLst>
          </p:cNvPr>
          <p:cNvSpPr>
            <a:spLocks noGrp="1"/>
          </p:cNvSpPr>
          <p:nvPr/>
        </p:nvSpPr>
        <p:spPr>
          <a:xfrm>
            <a:off x="723900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8F9187-B4C9-4CFD-B13A-B39061C3DFF0}"/>
              </a:ext>
            </a:extLst>
          </p:cNvPr>
          <p:cNvSpPr>
            <a:spLocks noGrp="1"/>
          </p:cNvSpPr>
          <p:nvPr/>
        </p:nvSpPr>
        <p:spPr>
          <a:xfrm>
            <a:off x="746760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905C7A-5307-4069-B620-EBAB174E36D3}"/>
              </a:ext>
            </a:extLst>
          </p:cNvPr>
          <p:cNvSpPr>
            <a:spLocks noGrp="1"/>
          </p:cNvSpPr>
          <p:nvPr/>
        </p:nvSpPr>
        <p:spPr>
          <a:xfrm>
            <a:off x="858202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712BE94-6AC0-413C-AB67-1598EA2615A6}"/>
              </a:ext>
            </a:extLst>
          </p:cNvPr>
          <p:cNvSpPr>
            <a:spLocks noGrp="1"/>
          </p:cNvSpPr>
          <p:nvPr/>
        </p:nvSpPr>
        <p:spPr>
          <a:xfrm>
            <a:off x="746760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794FDC-9FFA-4181-A85D-AC311C630731}"/>
              </a:ext>
            </a:extLst>
          </p:cNvPr>
          <p:cNvSpPr>
            <a:spLocks noGrp="1"/>
          </p:cNvSpPr>
          <p:nvPr/>
        </p:nvSpPr>
        <p:spPr>
          <a:xfrm>
            <a:off x="858202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E59812-6AB3-4BCA-943C-5D428BD3CDCD}"/>
              </a:ext>
            </a:extLst>
          </p:cNvPr>
          <p:cNvSpPr>
            <a:spLocks noGrp="1"/>
          </p:cNvSpPr>
          <p:nvPr/>
        </p:nvSpPr>
        <p:spPr>
          <a:xfrm>
            <a:off x="746760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96B2ED-E44D-443F-9591-6B4DACCEE522}"/>
              </a:ext>
            </a:extLst>
          </p:cNvPr>
          <p:cNvSpPr>
            <a:spLocks noGrp="1"/>
          </p:cNvSpPr>
          <p:nvPr/>
        </p:nvSpPr>
        <p:spPr>
          <a:xfrm>
            <a:off x="858202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7073E1-3C1C-4E91-8E11-C13B597808C5}"/>
              </a:ext>
            </a:extLst>
          </p:cNvPr>
          <p:cNvSpPr>
            <a:spLocks noGrp="1"/>
          </p:cNvSpPr>
          <p:nvPr/>
        </p:nvSpPr>
        <p:spPr>
          <a:xfrm>
            <a:off x="746760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1447E6-B358-4590-982E-5482DBEB41C0}"/>
              </a:ext>
            </a:extLst>
          </p:cNvPr>
          <p:cNvSpPr>
            <a:spLocks noGrp="1"/>
          </p:cNvSpPr>
          <p:nvPr/>
        </p:nvSpPr>
        <p:spPr>
          <a:xfrm>
            <a:off x="858202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2864B239-90FB-45E7-8658-8A4B0C38FB15}"/>
              </a:ext>
            </a:extLst>
          </p:cNvPr>
          <p:cNvSpPr>
            <a:spLocks noGrp="1"/>
          </p:cNvSpPr>
          <p:nvPr/>
        </p:nvSpPr>
        <p:spPr>
          <a:xfrm>
            <a:off x="6896100" y="423862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660BF7D-AAF9-4F57-AA23-74E5696F57E7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DB8DADE-3CA2-4B4B-840D-55F0A2F1A614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B57FE9-4FD5-49DB-B2DD-D537986040C9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F71A390-1508-44BE-8D00-59AB1353CD43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F8F81F4-C3AC-4CEC-80CD-1215862A2401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C3AF40-D9BF-422F-BAC8-7BAC12EC3EAD}"/>
              </a:ext>
            </a:extLst>
          </p:cNvPr>
          <p:cNvSpPr>
            <a:spLocks noGrp="1"/>
          </p:cNvSpPr>
          <p:nvPr/>
        </p:nvSpPr>
        <p:spPr>
          <a:xfrm>
            <a:off x="7467600" y="404812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0F4044B-A5A0-46E5-B5FF-93C46E41D715}"/>
              </a:ext>
            </a:extLst>
          </p:cNvPr>
          <p:cNvSpPr>
            <a:spLocks noGrp="1"/>
          </p:cNvSpPr>
          <p:nvPr/>
        </p:nvSpPr>
        <p:spPr>
          <a:xfrm>
            <a:off x="8582025" y="404812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7BFCB57-FAAF-4EB1-8417-57D8B48971E7}"/>
              </a:ext>
            </a:extLst>
          </p:cNvPr>
          <p:cNvSpPr>
            <a:spLocks noGrp="1"/>
          </p:cNvSpPr>
          <p:nvPr/>
        </p:nvSpPr>
        <p:spPr>
          <a:xfrm>
            <a:off x="7467600" y="420290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437CAC-8891-4C46-8192-AEEE3FE817CF}"/>
              </a:ext>
            </a:extLst>
          </p:cNvPr>
          <p:cNvSpPr>
            <a:spLocks noGrp="1"/>
          </p:cNvSpPr>
          <p:nvPr/>
        </p:nvSpPr>
        <p:spPr>
          <a:xfrm>
            <a:off x="8582025" y="420290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92EB29-BB16-42EB-B143-BE2F970E5269}"/>
              </a:ext>
            </a:extLst>
          </p:cNvPr>
          <p:cNvSpPr>
            <a:spLocks noGrp="1"/>
          </p:cNvSpPr>
          <p:nvPr/>
        </p:nvSpPr>
        <p:spPr>
          <a:xfrm>
            <a:off x="7467600" y="435768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014B1DE-DB41-4BEE-B560-B941038DA0D4}"/>
              </a:ext>
            </a:extLst>
          </p:cNvPr>
          <p:cNvSpPr>
            <a:spLocks noGrp="1"/>
          </p:cNvSpPr>
          <p:nvPr/>
        </p:nvSpPr>
        <p:spPr>
          <a:xfrm>
            <a:off x="8582025" y="435768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4B36FF4-E481-44FE-B1D7-1FE49F9BE47B}"/>
              </a:ext>
            </a:extLst>
          </p:cNvPr>
          <p:cNvSpPr>
            <a:spLocks noGrp="1"/>
          </p:cNvSpPr>
          <p:nvPr/>
        </p:nvSpPr>
        <p:spPr>
          <a:xfrm>
            <a:off x="7467600" y="451246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8277D11-9CA1-4ACE-B6C2-7C78EA0EA855}"/>
              </a:ext>
            </a:extLst>
          </p:cNvPr>
          <p:cNvSpPr>
            <a:spLocks noGrp="1"/>
          </p:cNvSpPr>
          <p:nvPr/>
        </p:nvSpPr>
        <p:spPr>
          <a:xfrm>
            <a:off x="8582025" y="451246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F120184C-C833-4566-919A-2C598BD4D666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206115F-A893-4845-87E7-4EB933D29F91}"/>
              </a:ext>
            </a:extLst>
          </p:cNvPr>
          <p:cNvSpPr>
            <a:spLocks noGrp="1"/>
          </p:cNvSpPr>
          <p:nvPr/>
        </p:nvSpPr>
        <p:spPr>
          <a:xfrm>
            <a:off x="922020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C894260-44CC-451A-A63B-03056E854C79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A356A3E-DF7C-4C74-981A-6EAF55B19888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586B8A8-42BB-4B0E-B2AB-16DAE165B42D}"/>
              </a:ext>
            </a:extLst>
          </p:cNvPr>
          <p:cNvSpPr>
            <a:spLocks noGrp="1"/>
          </p:cNvSpPr>
          <p:nvPr/>
        </p:nvSpPr>
        <p:spPr>
          <a:xfrm>
            <a:off x="942975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emergency_requests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A284058-EBBF-4968-BB73-47987096F265}"/>
              </a:ext>
            </a:extLst>
          </p:cNvPr>
          <p:cNvSpPr>
            <a:spLocks noGrp="1"/>
          </p:cNvSpPr>
          <p:nvPr/>
        </p:nvSpPr>
        <p:spPr>
          <a:xfrm>
            <a:off x="942975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17EEC5A-34DA-4B12-8F6B-76A4D11A63C0}"/>
              </a:ext>
            </a:extLst>
          </p:cNvPr>
          <p:cNvSpPr>
            <a:spLocks noGrp="1"/>
          </p:cNvSpPr>
          <p:nvPr/>
        </p:nvSpPr>
        <p:spPr>
          <a:xfrm>
            <a:off x="965835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71749F0-E2ED-4851-B177-AC28A6E8691D}"/>
              </a:ext>
            </a:extLst>
          </p:cNvPr>
          <p:cNvSpPr>
            <a:spLocks noGrp="1"/>
          </p:cNvSpPr>
          <p:nvPr/>
        </p:nvSpPr>
        <p:spPr>
          <a:xfrm>
            <a:off x="1077277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88E33A4-DB67-4559-9196-CFEAC5FE8A42}"/>
              </a:ext>
            </a:extLst>
          </p:cNvPr>
          <p:cNvSpPr>
            <a:spLocks noGrp="1"/>
          </p:cNvSpPr>
          <p:nvPr/>
        </p:nvSpPr>
        <p:spPr>
          <a:xfrm>
            <a:off x="965835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D0F4728-7BDE-44D4-A5FC-334B679C9F30}"/>
              </a:ext>
            </a:extLst>
          </p:cNvPr>
          <p:cNvSpPr>
            <a:spLocks noGrp="1"/>
          </p:cNvSpPr>
          <p:nvPr/>
        </p:nvSpPr>
        <p:spPr>
          <a:xfrm>
            <a:off x="1077277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B1FFF2C-DAD9-4AA5-83AC-7E15911468F2}"/>
              </a:ext>
            </a:extLst>
          </p:cNvPr>
          <p:cNvSpPr>
            <a:spLocks noGrp="1"/>
          </p:cNvSpPr>
          <p:nvPr/>
        </p:nvSpPr>
        <p:spPr>
          <a:xfrm>
            <a:off x="965835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B25D3BC-A139-432F-9703-7F6D340C038A}"/>
              </a:ext>
            </a:extLst>
          </p:cNvPr>
          <p:cNvSpPr>
            <a:spLocks noGrp="1"/>
          </p:cNvSpPr>
          <p:nvPr/>
        </p:nvSpPr>
        <p:spPr>
          <a:xfrm>
            <a:off x="1077277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4D3526A-26E7-4E0C-BA24-7E08D2A2CDD4}"/>
              </a:ext>
            </a:extLst>
          </p:cNvPr>
          <p:cNvSpPr>
            <a:spLocks noGrp="1"/>
          </p:cNvSpPr>
          <p:nvPr/>
        </p:nvSpPr>
        <p:spPr>
          <a:xfrm>
            <a:off x="965835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106CAA2-DB27-4D81-B1EC-1AE14042D1C1}"/>
              </a:ext>
            </a:extLst>
          </p:cNvPr>
          <p:cNvSpPr>
            <a:spLocks noGrp="1"/>
          </p:cNvSpPr>
          <p:nvPr/>
        </p:nvSpPr>
        <p:spPr>
          <a:xfrm>
            <a:off x="1077277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67C17C40-0BDE-4B5D-8FAE-ADE85D2215AE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488F9A3-DB85-4C14-A9B9-1E48A27F1D54}"/>
              </a:ext>
            </a:extLst>
          </p:cNvPr>
          <p:cNvSpPr>
            <a:spLocks noGrp="1"/>
          </p:cNvSpPr>
          <p:nvPr/>
        </p:nvSpPr>
        <p:spPr>
          <a:xfrm>
            <a:off x="922020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57F975E-C6D5-4B7D-84AB-25869F350A63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4D7C059-48E0-4879-B229-9921F8BDF539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8602B4-4691-47AE-A7D1-FB77E5EC85C0}"/>
              </a:ext>
            </a:extLst>
          </p:cNvPr>
          <p:cNvSpPr>
            <a:spLocks noGrp="1"/>
          </p:cNvSpPr>
          <p:nvPr/>
        </p:nvSpPr>
        <p:spPr>
          <a:xfrm>
            <a:off x="942975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walk_in_appointments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80F79A6-D89D-4BE8-95FF-C3985543B789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203A7F-7B63-401D-A80E-052FAB9C9228}"/>
              </a:ext>
            </a:extLst>
          </p:cNvPr>
          <p:cNvSpPr>
            <a:spLocks noGrp="1"/>
          </p:cNvSpPr>
          <p:nvPr/>
        </p:nvSpPr>
        <p:spPr>
          <a:xfrm>
            <a:off x="965835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B1A3131-7BBE-42CB-AC76-9EA675BCA128}"/>
              </a:ext>
            </a:extLst>
          </p:cNvPr>
          <p:cNvSpPr>
            <a:spLocks noGrp="1"/>
          </p:cNvSpPr>
          <p:nvPr/>
        </p:nvSpPr>
        <p:spPr>
          <a:xfrm>
            <a:off x="1077277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B53CD-59CA-41D9-89D7-E0FBAB6C7664}"/>
              </a:ext>
            </a:extLst>
          </p:cNvPr>
          <p:cNvSpPr>
            <a:spLocks noGrp="1"/>
          </p:cNvSpPr>
          <p:nvPr/>
        </p:nvSpPr>
        <p:spPr>
          <a:xfrm>
            <a:off x="965835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444AC92-A4CF-491B-8055-68FBB945E42E}"/>
              </a:ext>
            </a:extLst>
          </p:cNvPr>
          <p:cNvSpPr>
            <a:spLocks noGrp="1"/>
          </p:cNvSpPr>
          <p:nvPr/>
        </p:nvSpPr>
        <p:spPr>
          <a:xfrm>
            <a:off x="1077277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A4A0AD6-7EC9-4CCB-965A-BA79CEFB4DDC}"/>
              </a:ext>
            </a:extLst>
          </p:cNvPr>
          <p:cNvSpPr>
            <a:spLocks noGrp="1"/>
          </p:cNvSpPr>
          <p:nvPr/>
        </p:nvSpPr>
        <p:spPr>
          <a:xfrm>
            <a:off x="965835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9763BFA-D38E-4439-BB5D-1A949C601A4E}"/>
              </a:ext>
            </a:extLst>
          </p:cNvPr>
          <p:cNvSpPr>
            <a:spLocks noGrp="1"/>
          </p:cNvSpPr>
          <p:nvPr/>
        </p:nvSpPr>
        <p:spPr>
          <a:xfrm>
            <a:off x="1077277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F8C91EF-DD9E-4FA4-87C1-0C635709A31C}"/>
              </a:ext>
            </a:extLst>
          </p:cNvPr>
          <p:cNvSpPr>
            <a:spLocks noGrp="1"/>
          </p:cNvSpPr>
          <p:nvPr/>
        </p:nvSpPr>
        <p:spPr>
          <a:xfrm>
            <a:off x="965835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A1733E5-E9CD-488B-8996-91C5DC0FCDD7}"/>
              </a:ext>
            </a:extLst>
          </p:cNvPr>
          <p:cNvSpPr>
            <a:spLocks noGrp="1"/>
          </p:cNvSpPr>
          <p:nvPr/>
        </p:nvSpPr>
        <p:spPr>
          <a:xfrm>
            <a:off x="1077277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5A8BEC95-DC1E-4111-BDB1-B677431E19A5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76881F7-71B6-454E-8F6F-111229081758}"/>
              </a:ext>
            </a:extLst>
          </p:cNvPr>
          <p:cNvSpPr>
            <a:spLocks noGrp="1"/>
          </p:cNvSpPr>
          <p:nvPr/>
        </p:nvSpPr>
        <p:spPr>
          <a:xfrm>
            <a:off x="922020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EFAE529-F79C-4221-9256-037834F46AF7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204AB61-ABFE-49D2-994E-3068E4DB1E4F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793F4BC-F327-4141-ADCC-DDA95E3DFF43}"/>
              </a:ext>
            </a:extLst>
          </p:cNvPr>
          <p:cNvSpPr>
            <a:spLocks noGrp="1"/>
          </p:cNvSpPr>
          <p:nvPr/>
        </p:nvSpPr>
        <p:spPr>
          <a:xfrm>
            <a:off x="942975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doctor_appointment_state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BD5FE0D-DD97-40C0-B405-BD02AA4567A2}"/>
              </a:ext>
            </a:extLst>
          </p:cNvPr>
          <p:cNvSpPr>
            <a:spLocks noGrp="1"/>
          </p:cNvSpPr>
          <p:nvPr/>
        </p:nvSpPr>
        <p:spPr>
          <a:xfrm>
            <a:off x="942975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B9E7B62-5B7F-45EE-934B-41FADC661DEF}"/>
              </a:ext>
            </a:extLst>
          </p:cNvPr>
          <p:cNvSpPr>
            <a:spLocks noGrp="1"/>
          </p:cNvSpPr>
          <p:nvPr/>
        </p:nvSpPr>
        <p:spPr>
          <a:xfrm>
            <a:off x="965835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FFE90FC-5369-4E2E-88A9-06EE9328EFC4}"/>
              </a:ext>
            </a:extLst>
          </p:cNvPr>
          <p:cNvSpPr>
            <a:spLocks noGrp="1"/>
          </p:cNvSpPr>
          <p:nvPr/>
        </p:nvSpPr>
        <p:spPr>
          <a:xfrm>
            <a:off x="1077277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FE5761C-360C-4D38-AC75-D599DE144889}"/>
              </a:ext>
            </a:extLst>
          </p:cNvPr>
          <p:cNvSpPr>
            <a:spLocks noGrp="1"/>
          </p:cNvSpPr>
          <p:nvPr/>
        </p:nvSpPr>
        <p:spPr>
          <a:xfrm>
            <a:off x="965835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6B9D594-43FD-4B33-85C7-F756F9B5EE5A}"/>
              </a:ext>
            </a:extLst>
          </p:cNvPr>
          <p:cNvSpPr>
            <a:spLocks noGrp="1"/>
          </p:cNvSpPr>
          <p:nvPr/>
        </p:nvSpPr>
        <p:spPr>
          <a:xfrm>
            <a:off x="1077277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5A36ED0-6A1B-425E-A351-11129AAFD275}"/>
              </a:ext>
            </a:extLst>
          </p:cNvPr>
          <p:cNvSpPr>
            <a:spLocks noGrp="1"/>
          </p:cNvSpPr>
          <p:nvPr/>
        </p:nvSpPr>
        <p:spPr>
          <a:xfrm>
            <a:off x="965835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591E5B4-3F58-4139-9562-C9C936D35E60}"/>
              </a:ext>
            </a:extLst>
          </p:cNvPr>
          <p:cNvSpPr>
            <a:spLocks noGrp="1"/>
          </p:cNvSpPr>
          <p:nvPr/>
        </p:nvSpPr>
        <p:spPr>
          <a:xfrm>
            <a:off x="1077277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5D225EA-45EB-4476-810D-9DB5323EC4C7}"/>
              </a:ext>
            </a:extLst>
          </p:cNvPr>
          <p:cNvSpPr>
            <a:spLocks noGrp="1"/>
          </p:cNvSpPr>
          <p:nvPr/>
        </p:nvSpPr>
        <p:spPr>
          <a:xfrm>
            <a:off x="965835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3B4CCBC-CD1B-4DB5-85C6-64D34B560DAD}"/>
              </a:ext>
            </a:extLst>
          </p:cNvPr>
          <p:cNvSpPr>
            <a:spLocks noGrp="1"/>
          </p:cNvSpPr>
          <p:nvPr/>
        </p:nvSpPr>
        <p:spPr>
          <a:xfrm>
            <a:off x="1077277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002DCF4-E28D-4699-B2BA-5A4BBF9C8B3A}"/>
              </a:ext>
            </a:extLst>
          </p:cNvPr>
          <p:cNvSpPr>
            <a:spLocks noGrp="1"/>
          </p:cNvSpPr>
          <p:nvPr/>
        </p:nvSpPr>
        <p:spPr>
          <a:xfrm>
            <a:off x="6743700" y="27051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C98271B-03F5-4392-9067-A1582D2BA3D0}"/>
              </a:ext>
            </a:extLst>
          </p:cNvPr>
          <p:cNvSpPr>
            <a:spLocks noGrp="1"/>
          </p:cNvSpPr>
          <p:nvPr/>
        </p:nvSpPr>
        <p:spPr>
          <a:xfrm>
            <a:off x="5286375" y="59055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E8F1D65-33FC-47D4-9FB0-46654309B3F5}"/>
              </a:ext>
            </a:extLst>
          </p:cNvPr>
          <p:cNvSpPr>
            <a:spLocks noGrp="1"/>
          </p:cNvSpPr>
          <p:nvPr/>
        </p:nvSpPr>
        <p:spPr>
          <a:xfrm>
            <a:off x="8429625" y="59055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AB99A6B-D022-4968-8B4F-979FEACADB7D}"/>
              </a:ext>
            </a:extLst>
          </p:cNvPr>
          <p:cNvSpPr>
            <a:spLocks noGrp="1"/>
          </p:cNvSpPr>
          <p:nvPr/>
        </p:nvSpPr>
        <p:spPr>
          <a:xfrm>
            <a:off x="9105900" y="59055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362473-BC34-4313-830D-742EF8F7FCDE}"/>
              </a:ext>
            </a:extLst>
          </p:cNvPr>
          <p:cNvSpPr>
            <a:spLocks noGrp="1"/>
          </p:cNvSpPr>
          <p:nvPr/>
        </p:nvSpPr>
        <p:spPr>
          <a:xfrm>
            <a:off x="10058400" y="590550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21ED13-D0B5-40B9-AFA7-6F843CCB572A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381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43582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C03F6238-0BCD-4035-A243-5DD99B162ED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D6F935-014A-46B0-98DB-4E5143D12512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390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Clinical content and communication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4E43F9-064B-4544-862B-262F7683AE6D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records and messages use role-controlled access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B8CD6-1D1B-45AA-9EEE-C2C55E80D79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8AAF12-A97C-49E4-9519-C86606692172}"/>
              </a:ext>
            </a:extLst>
          </p:cNvPr>
          <p:cNvSpPr>
            <a:spLocks noGrp="1"/>
          </p:cNvSpPr>
          <p:nvPr/>
        </p:nvSpPr>
        <p:spPr>
          <a:xfrm>
            <a:off x="5000625" y="495300"/>
            <a:ext cx="6572250" cy="58293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0E782-4496-45BA-8CCD-3F1E58AD20FA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treatment history written by clinic roles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E998A-EDFF-4055-B763-1BD36052C61D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 content: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published posts and doctor drafts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8AFDF-CFEC-4780-952E-DFDC081BFF21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owner conversations with the clinic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85E7D5-4BC5-46E3-9291-6D58F439B2C5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reported questions and problems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7CEB18-CD2E-464E-B6ED-9C444ACAF2B7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data: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profiles and private notifications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D706A-563C-470C-BEE3-792460AB1185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3D6E42-6159-4F6D-B04C-1ED7106F1574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38125"/>
          </a:xfrm>
          <a:prstGeom prst="rect">
            <a:avLst/>
          </a:prstGeom>
          <a:solidFill>
            <a:srgbClr val="DCE7F6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E96D2F-0151-490F-B27C-33CDCFB12511}"/>
              </a:ext>
            </a:extLst>
          </p:cNvPr>
          <p:cNvSpPr>
            <a:spLocks noGrp="1"/>
          </p:cNvSpPr>
          <p:nvPr/>
        </p:nvSpPr>
        <p:spPr>
          <a:xfrm>
            <a:off x="5334000" y="1771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roles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7D43B-1716-426A-B823-893158AA3C1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2095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CFD44-81BC-44AE-B683-B3AD617C340D}"/>
              </a:ext>
            </a:extLst>
          </p:cNvPr>
          <p:cNvSpPr>
            <a:spLocks noGrp="1"/>
          </p:cNvSpPr>
          <p:nvPr/>
        </p:nvSpPr>
        <p:spPr>
          <a:xfrm>
            <a:off x="5562600" y="2019300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F45B02-48BA-4741-A5A5-CD7AAFC5FBB7}"/>
              </a:ext>
            </a:extLst>
          </p:cNvPr>
          <p:cNvSpPr>
            <a:spLocks noGrp="1"/>
          </p:cNvSpPr>
          <p:nvPr/>
        </p:nvSpPr>
        <p:spPr>
          <a:xfrm>
            <a:off x="6329363" y="2019300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F9F00-70BE-4274-ADA2-DEAA5CD064D5}"/>
              </a:ext>
            </a:extLst>
          </p:cNvPr>
          <p:cNvSpPr>
            <a:spLocks noGrp="1"/>
          </p:cNvSpPr>
          <p:nvPr/>
        </p:nvSpPr>
        <p:spPr>
          <a:xfrm>
            <a:off x="5562600" y="2483644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988F05-97DA-4D44-97ED-ABF6FB0CC08F}"/>
              </a:ext>
            </a:extLst>
          </p:cNvPr>
          <p:cNvSpPr>
            <a:spLocks noGrp="1"/>
          </p:cNvSpPr>
          <p:nvPr/>
        </p:nvSpPr>
        <p:spPr>
          <a:xfrm>
            <a:off x="6329363" y="2483644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ACDF9-53A4-4A8D-B79E-BFAB61E236C4}"/>
              </a:ext>
            </a:extLst>
          </p:cNvPr>
          <p:cNvSpPr>
            <a:spLocks noGrp="1"/>
          </p:cNvSpPr>
          <p:nvPr/>
        </p:nvSpPr>
        <p:spPr>
          <a:xfrm>
            <a:off x="5562600" y="2947988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5EDBC-8226-45E9-945B-303D53F0A015}"/>
              </a:ext>
            </a:extLst>
          </p:cNvPr>
          <p:cNvSpPr>
            <a:spLocks noGrp="1"/>
          </p:cNvSpPr>
          <p:nvPr/>
        </p:nvSpPr>
        <p:spPr>
          <a:xfrm>
            <a:off x="6329363" y="2947988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6C3BFE-CDB9-4EB1-A191-12BE57900CC4}"/>
              </a:ext>
            </a:extLst>
          </p:cNvPr>
          <p:cNvSpPr>
            <a:spLocks noGrp="1"/>
          </p:cNvSpPr>
          <p:nvPr/>
        </p:nvSpPr>
        <p:spPr>
          <a:xfrm>
            <a:off x="5562600" y="3412331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DCF61F-34F4-4B9F-838A-87224EC646BB}"/>
              </a:ext>
            </a:extLst>
          </p:cNvPr>
          <p:cNvSpPr>
            <a:spLocks noGrp="1"/>
          </p:cNvSpPr>
          <p:nvPr/>
        </p:nvSpPr>
        <p:spPr>
          <a:xfrm>
            <a:off x="6329363" y="3412331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9753925F-FD38-4371-B3A8-AD5F49938E9C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1809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D6C568D-D744-464D-BCE5-99D10BA91A11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0" cy="3000375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E6C48374-17F0-425F-A0E3-6C1BD28AD562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DFAC89-8759-4BC4-A683-5E2926E96584}"/>
              </a:ext>
            </a:extLst>
          </p:cNvPr>
          <p:cNvSpPr>
            <a:spLocks noGrp="1"/>
          </p:cNvSpPr>
          <p:nvPr/>
        </p:nvSpPr>
        <p:spPr>
          <a:xfrm>
            <a:off x="702945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3FB5DB-B8C9-4690-AD25-297D42C5178E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EA2C58-1227-4EA0-B7F3-B20F107CC191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C4B0DB-1DDE-4309-809B-C13BAA4B9F2B}"/>
              </a:ext>
            </a:extLst>
          </p:cNvPr>
          <p:cNvSpPr>
            <a:spLocks noGrp="1"/>
          </p:cNvSpPr>
          <p:nvPr/>
        </p:nvSpPr>
        <p:spPr>
          <a:xfrm>
            <a:off x="723900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CAF8C6-66AD-4B02-A116-7D7543209320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CC33BD-C80C-426C-8FB4-05A6815BBBA9}"/>
              </a:ext>
            </a:extLst>
          </p:cNvPr>
          <p:cNvSpPr>
            <a:spLocks noGrp="1"/>
          </p:cNvSpPr>
          <p:nvPr/>
        </p:nvSpPr>
        <p:spPr>
          <a:xfrm>
            <a:off x="746760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1820BA-A71E-4389-87F0-FC04980E4B9F}"/>
              </a:ext>
            </a:extLst>
          </p:cNvPr>
          <p:cNvSpPr>
            <a:spLocks noGrp="1"/>
          </p:cNvSpPr>
          <p:nvPr/>
        </p:nvSpPr>
        <p:spPr>
          <a:xfrm>
            <a:off x="858202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252B81-B2A4-4D3F-91FA-6857A62CAFAE}"/>
              </a:ext>
            </a:extLst>
          </p:cNvPr>
          <p:cNvSpPr>
            <a:spLocks noGrp="1"/>
          </p:cNvSpPr>
          <p:nvPr/>
        </p:nvSpPr>
        <p:spPr>
          <a:xfrm>
            <a:off x="746760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A9785D-786D-4FF4-AAF0-604B5A399AE9}"/>
              </a:ext>
            </a:extLst>
          </p:cNvPr>
          <p:cNvSpPr>
            <a:spLocks noGrp="1"/>
          </p:cNvSpPr>
          <p:nvPr/>
        </p:nvSpPr>
        <p:spPr>
          <a:xfrm>
            <a:off x="858202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1A3D04-F079-4605-AFB0-19761705D6B6}"/>
              </a:ext>
            </a:extLst>
          </p:cNvPr>
          <p:cNvSpPr>
            <a:spLocks noGrp="1"/>
          </p:cNvSpPr>
          <p:nvPr/>
        </p:nvSpPr>
        <p:spPr>
          <a:xfrm>
            <a:off x="746760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E6E7FA-CBE3-4548-8C58-B09EB40225A0}"/>
              </a:ext>
            </a:extLst>
          </p:cNvPr>
          <p:cNvSpPr>
            <a:spLocks noGrp="1"/>
          </p:cNvSpPr>
          <p:nvPr/>
        </p:nvSpPr>
        <p:spPr>
          <a:xfrm>
            <a:off x="858202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9B7908-BF14-48FC-909B-210A07110443}"/>
              </a:ext>
            </a:extLst>
          </p:cNvPr>
          <p:cNvSpPr>
            <a:spLocks noGrp="1"/>
          </p:cNvSpPr>
          <p:nvPr/>
        </p:nvSpPr>
        <p:spPr>
          <a:xfrm>
            <a:off x="746760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1F0311-C92C-445E-ACD2-D2AB548CF82B}"/>
              </a:ext>
            </a:extLst>
          </p:cNvPr>
          <p:cNvSpPr>
            <a:spLocks noGrp="1"/>
          </p:cNvSpPr>
          <p:nvPr/>
        </p:nvSpPr>
        <p:spPr>
          <a:xfrm>
            <a:off x="858202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70C04AAA-D52C-44FC-B036-68B2E91673C5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FFF06E-468A-4B1B-8F00-C707E04ADBC0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0EB3C7-5E2C-4018-A627-8FCE20798094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BAD04D-09E6-4899-851B-034CA3FF4820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C2E012-9B88-4FE9-BB1B-D114CB5DD82F}"/>
              </a:ext>
            </a:extLst>
          </p:cNvPr>
          <p:cNvSpPr>
            <a:spLocks noGrp="1"/>
          </p:cNvSpPr>
          <p:nvPr/>
        </p:nvSpPr>
        <p:spPr>
          <a:xfrm>
            <a:off x="723900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C762CC-E79A-4514-8BED-AD63B01C4A09}"/>
              </a:ext>
            </a:extLst>
          </p:cNvPr>
          <p:cNvSpPr>
            <a:spLocks noGrp="1"/>
          </p:cNvSpPr>
          <p:nvPr/>
        </p:nvSpPr>
        <p:spPr>
          <a:xfrm>
            <a:off x="723900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0DF4F0-C81D-411F-85D3-1158131F5EB5}"/>
              </a:ext>
            </a:extLst>
          </p:cNvPr>
          <p:cNvSpPr>
            <a:spLocks noGrp="1"/>
          </p:cNvSpPr>
          <p:nvPr/>
        </p:nvSpPr>
        <p:spPr>
          <a:xfrm>
            <a:off x="746760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A307DC-9026-4A8F-9C4D-5A70C3A7C0A1}"/>
              </a:ext>
            </a:extLst>
          </p:cNvPr>
          <p:cNvSpPr>
            <a:spLocks noGrp="1"/>
          </p:cNvSpPr>
          <p:nvPr/>
        </p:nvSpPr>
        <p:spPr>
          <a:xfrm>
            <a:off x="858202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EF3CBE-2089-4D65-9E41-8710B03F95E7}"/>
              </a:ext>
            </a:extLst>
          </p:cNvPr>
          <p:cNvSpPr>
            <a:spLocks noGrp="1"/>
          </p:cNvSpPr>
          <p:nvPr/>
        </p:nvSpPr>
        <p:spPr>
          <a:xfrm>
            <a:off x="746760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B24FF6-D123-46E1-B3B6-E26574830558}"/>
              </a:ext>
            </a:extLst>
          </p:cNvPr>
          <p:cNvSpPr>
            <a:spLocks noGrp="1"/>
          </p:cNvSpPr>
          <p:nvPr/>
        </p:nvSpPr>
        <p:spPr>
          <a:xfrm>
            <a:off x="858202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39FBF4-6427-4677-B81B-35C92A537891}"/>
              </a:ext>
            </a:extLst>
          </p:cNvPr>
          <p:cNvSpPr>
            <a:spLocks noGrp="1"/>
          </p:cNvSpPr>
          <p:nvPr/>
        </p:nvSpPr>
        <p:spPr>
          <a:xfrm>
            <a:off x="746760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9FAEAF-D58F-48ED-BFBE-007F3659A8CC}"/>
              </a:ext>
            </a:extLst>
          </p:cNvPr>
          <p:cNvSpPr>
            <a:spLocks noGrp="1"/>
          </p:cNvSpPr>
          <p:nvPr/>
        </p:nvSpPr>
        <p:spPr>
          <a:xfrm>
            <a:off x="858202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D04B5C-4D61-4286-BA2E-E34BEA6ABC18}"/>
              </a:ext>
            </a:extLst>
          </p:cNvPr>
          <p:cNvSpPr>
            <a:spLocks noGrp="1"/>
          </p:cNvSpPr>
          <p:nvPr/>
        </p:nvSpPr>
        <p:spPr>
          <a:xfrm>
            <a:off x="746760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0092FF-7CFC-48BC-9E80-1AA6CEA590EA}"/>
              </a:ext>
            </a:extLst>
          </p:cNvPr>
          <p:cNvSpPr>
            <a:spLocks noGrp="1"/>
          </p:cNvSpPr>
          <p:nvPr/>
        </p:nvSpPr>
        <p:spPr>
          <a:xfrm>
            <a:off x="858202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46F9E6FD-2377-4528-9F5D-1840587A6CAD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A6F11A-5C81-4EED-9C42-ED7B80B13451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144F5F-7834-4BC0-AC12-D303EB2A545B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AECCBF-A8FE-4862-87B6-219003FD73F5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370808-01AB-44CF-92DE-EC406FD66593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health_post_drafts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C130A2-2067-4A43-B059-8B96AC8BA37C}"/>
              </a:ext>
            </a:extLst>
          </p:cNvPr>
          <p:cNvSpPr>
            <a:spLocks noGrp="1"/>
          </p:cNvSpPr>
          <p:nvPr/>
        </p:nvSpPr>
        <p:spPr>
          <a:xfrm>
            <a:off x="723900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3125159-4540-4409-A1EF-819675D158BF}"/>
              </a:ext>
            </a:extLst>
          </p:cNvPr>
          <p:cNvSpPr>
            <a:spLocks noGrp="1"/>
          </p:cNvSpPr>
          <p:nvPr/>
        </p:nvSpPr>
        <p:spPr>
          <a:xfrm>
            <a:off x="746760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6AEC67-FFBF-4E2E-B162-082D32E51AB3}"/>
              </a:ext>
            </a:extLst>
          </p:cNvPr>
          <p:cNvSpPr>
            <a:spLocks noGrp="1"/>
          </p:cNvSpPr>
          <p:nvPr/>
        </p:nvSpPr>
        <p:spPr>
          <a:xfrm>
            <a:off x="858202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13AC322-CBF4-40DA-A2DF-50FEA69926C7}"/>
              </a:ext>
            </a:extLst>
          </p:cNvPr>
          <p:cNvSpPr>
            <a:spLocks noGrp="1"/>
          </p:cNvSpPr>
          <p:nvPr/>
        </p:nvSpPr>
        <p:spPr>
          <a:xfrm>
            <a:off x="746760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DA7D0E0-2385-49E2-AAFA-9BF03041EE6F}"/>
              </a:ext>
            </a:extLst>
          </p:cNvPr>
          <p:cNvSpPr>
            <a:spLocks noGrp="1"/>
          </p:cNvSpPr>
          <p:nvPr/>
        </p:nvSpPr>
        <p:spPr>
          <a:xfrm>
            <a:off x="858202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90AA39-1241-4FAC-80A5-CF1B5C787622}"/>
              </a:ext>
            </a:extLst>
          </p:cNvPr>
          <p:cNvSpPr>
            <a:spLocks noGrp="1"/>
          </p:cNvSpPr>
          <p:nvPr/>
        </p:nvSpPr>
        <p:spPr>
          <a:xfrm>
            <a:off x="746760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2C1C01-F818-4FC0-B580-EC65609AD63E}"/>
              </a:ext>
            </a:extLst>
          </p:cNvPr>
          <p:cNvSpPr>
            <a:spLocks noGrp="1"/>
          </p:cNvSpPr>
          <p:nvPr/>
        </p:nvSpPr>
        <p:spPr>
          <a:xfrm>
            <a:off x="858202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B78FEC3-DAC9-4F49-BC98-219CFF528DCF}"/>
              </a:ext>
            </a:extLst>
          </p:cNvPr>
          <p:cNvSpPr>
            <a:spLocks noGrp="1"/>
          </p:cNvSpPr>
          <p:nvPr/>
        </p:nvSpPr>
        <p:spPr>
          <a:xfrm>
            <a:off x="746760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30929CE-4F3F-4B14-8C52-CC6D65ED4C34}"/>
              </a:ext>
            </a:extLst>
          </p:cNvPr>
          <p:cNvSpPr>
            <a:spLocks noGrp="1"/>
          </p:cNvSpPr>
          <p:nvPr/>
        </p:nvSpPr>
        <p:spPr>
          <a:xfrm>
            <a:off x="858202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AADBCFE4-DA6E-47A4-A709-54F66C0731C0}"/>
              </a:ext>
            </a:extLst>
          </p:cNvPr>
          <p:cNvSpPr>
            <a:spLocks noGrp="1"/>
          </p:cNvSpPr>
          <p:nvPr/>
        </p:nvSpPr>
        <p:spPr>
          <a:xfrm>
            <a:off x="6896100" y="423862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A2AAA3-E094-48A8-96F9-19C2952A6CAB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62B204-E778-40D6-B4EB-835798DE4914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993DE3-3A70-4951-990C-80B95292909F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97ED0C3-6393-454D-97F7-169148DCE7C6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52EAAB-7B15-4A89-8BC0-7849A5EA3F89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18068EF-E68F-470F-A8FB-1D1049C4EE69}"/>
              </a:ext>
            </a:extLst>
          </p:cNvPr>
          <p:cNvSpPr>
            <a:spLocks noGrp="1"/>
          </p:cNvSpPr>
          <p:nvPr/>
        </p:nvSpPr>
        <p:spPr>
          <a:xfrm>
            <a:off x="7467600" y="404812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F401881-1E2D-4E0B-89BF-0EFA1EAC1A9E}"/>
              </a:ext>
            </a:extLst>
          </p:cNvPr>
          <p:cNvSpPr>
            <a:spLocks noGrp="1"/>
          </p:cNvSpPr>
          <p:nvPr/>
        </p:nvSpPr>
        <p:spPr>
          <a:xfrm>
            <a:off x="8582025" y="404812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111972-AFEB-4FA8-9AD9-F47A6323ABA0}"/>
              </a:ext>
            </a:extLst>
          </p:cNvPr>
          <p:cNvSpPr>
            <a:spLocks noGrp="1"/>
          </p:cNvSpPr>
          <p:nvPr/>
        </p:nvSpPr>
        <p:spPr>
          <a:xfrm>
            <a:off x="7467600" y="420290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7538E1-283E-45CE-B8BA-3C4A1BB47379}"/>
              </a:ext>
            </a:extLst>
          </p:cNvPr>
          <p:cNvSpPr>
            <a:spLocks noGrp="1"/>
          </p:cNvSpPr>
          <p:nvPr/>
        </p:nvSpPr>
        <p:spPr>
          <a:xfrm>
            <a:off x="8582025" y="420290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A18DB32-464C-4A1E-9018-20EF46E78D78}"/>
              </a:ext>
            </a:extLst>
          </p:cNvPr>
          <p:cNvSpPr>
            <a:spLocks noGrp="1"/>
          </p:cNvSpPr>
          <p:nvPr/>
        </p:nvSpPr>
        <p:spPr>
          <a:xfrm>
            <a:off x="7467600" y="435768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1F45B09-069E-4CB0-B8F0-BA11A3A9CF8A}"/>
              </a:ext>
            </a:extLst>
          </p:cNvPr>
          <p:cNvSpPr>
            <a:spLocks noGrp="1"/>
          </p:cNvSpPr>
          <p:nvPr/>
        </p:nvSpPr>
        <p:spPr>
          <a:xfrm>
            <a:off x="8582025" y="435768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2997931-E37D-4E2F-8E48-88B54B6FA023}"/>
              </a:ext>
            </a:extLst>
          </p:cNvPr>
          <p:cNvSpPr>
            <a:spLocks noGrp="1"/>
          </p:cNvSpPr>
          <p:nvPr/>
        </p:nvSpPr>
        <p:spPr>
          <a:xfrm>
            <a:off x="7467600" y="451246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50D6FEA-98DD-403E-942D-599B4D006F63}"/>
              </a:ext>
            </a:extLst>
          </p:cNvPr>
          <p:cNvSpPr>
            <a:spLocks noGrp="1"/>
          </p:cNvSpPr>
          <p:nvPr/>
        </p:nvSpPr>
        <p:spPr>
          <a:xfrm>
            <a:off x="8582025" y="451246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15C5FD0C-3AEE-46F6-B38C-C1C96E185DDD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45A0682-86A4-4114-B6E2-A7B1FAEB98B6}"/>
              </a:ext>
            </a:extLst>
          </p:cNvPr>
          <p:cNvSpPr>
            <a:spLocks noGrp="1"/>
          </p:cNvSpPr>
          <p:nvPr/>
        </p:nvSpPr>
        <p:spPr>
          <a:xfrm>
            <a:off x="922020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5C5D588-6E0C-4421-9E01-21253E1FF33A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9B2DA7-E795-4D7E-A7DA-E43F961C2F19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238125"/>
          </a:xfrm>
          <a:prstGeom prst="rect">
            <a:avLst/>
          </a:prstGeom>
          <a:solidFill>
            <a:srgbClr val="DDF2EB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E82EC31-3E96-4BF5-AE50-6CE94F956D7E}"/>
              </a:ext>
            </a:extLst>
          </p:cNvPr>
          <p:cNvSpPr>
            <a:spLocks noGrp="1"/>
          </p:cNvSpPr>
          <p:nvPr/>
        </p:nvSpPr>
        <p:spPr>
          <a:xfrm>
            <a:off x="942975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950C37-B78C-4DA6-AE46-F86283899444}"/>
              </a:ext>
            </a:extLst>
          </p:cNvPr>
          <p:cNvSpPr>
            <a:spLocks noGrp="1"/>
          </p:cNvSpPr>
          <p:nvPr/>
        </p:nvSpPr>
        <p:spPr>
          <a:xfrm>
            <a:off x="942975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DB361D-187D-4D14-ABC0-C721D6E063E1}"/>
              </a:ext>
            </a:extLst>
          </p:cNvPr>
          <p:cNvSpPr>
            <a:spLocks noGrp="1"/>
          </p:cNvSpPr>
          <p:nvPr/>
        </p:nvSpPr>
        <p:spPr>
          <a:xfrm>
            <a:off x="965835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C494638-4B13-478A-87EC-9C800E62E78A}"/>
              </a:ext>
            </a:extLst>
          </p:cNvPr>
          <p:cNvSpPr>
            <a:spLocks noGrp="1"/>
          </p:cNvSpPr>
          <p:nvPr/>
        </p:nvSpPr>
        <p:spPr>
          <a:xfrm>
            <a:off x="1077277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BCD809-DFBB-4811-844D-9D361C7ACBCD}"/>
              </a:ext>
            </a:extLst>
          </p:cNvPr>
          <p:cNvSpPr>
            <a:spLocks noGrp="1"/>
          </p:cNvSpPr>
          <p:nvPr/>
        </p:nvSpPr>
        <p:spPr>
          <a:xfrm>
            <a:off x="965835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0C21D55-9114-4365-909C-5A265FF5E26B}"/>
              </a:ext>
            </a:extLst>
          </p:cNvPr>
          <p:cNvSpPr>
            <a:spLocks noGrp="1"/>
          </p:cNvSpPr>
          <p:nvPr/>
        </p:nvSpPr>
        <p:spPr>
          <a:xfrm>
            <a:off x="1077277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EF55C6A-91B2-4180-B686-4BCDB3A72AEC}"/>
              </a:ext>
            </a:extLst>
          </p:cNvPr>
          <p:cNvSpPr>
            <a:spLocks noGrp="1"/>
          </p:cNvSpPr>
          <p:nvPr/>
        </p:nvSpPr>
        <p:spPr>
          <a:xfrm>
            <a:off x="965835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B493093-7ECA-4CB7-8C13-2B8D6E16D26D}"/>
              </a:ext>
            </a:extLst>
          </p:cNvPr>
          <p:cNvSpPr>
            <a:spLocks noGrp="1"/>
          </p:cNvSpPr>
          <p:nvPr/>
        </p:nvSpPr>
        <p:spPr>
          <a:xfrm>
            <a:off x="1077277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4FDEA6F-76FD-437E-A5D6-6FC3C775AC82}"/>
              </a:ext>
            </a:extLst>
          </p:cNvPr>
          <p:cNvSpPr>
            <a:spLocks noGrp="1"/>
          </p:cNvSpPr>
          <p:nvPr/>
        </p:nvSpPr>
        <p:spPr>
          <a:xfrm>
            <a:off x="965835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0CB41A6-A1F6-45E7-ABCD-A0924FD9AD7A}"/>
              </a:ext>
            </a:extLst>
          </p:cNvPr>
          <p:cNvSpPr>
            <a:spLocks noGrp="1"/>
          </p:cNvSpPr>
          <p:nvPr/>
        </p:nvSpPr>
        <p:spPr>
          <a:xfrm>
            <a:off x="1077277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44FDEB6E-49F7-4C21-AA2B-7AF2AADD0658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406F98A-D12A-4001-9E01-E2D0F9928D63}"/>
              </a:ext>
            </a:extLst>
          </p:cNvPr>
          <p:cNvSpPr>
            <a:spLocks noGrp="1"/>
          </p:cNvSpPr>
          <p:nvPr/>
        </p:nvSpPr>
        <p:spPr>
          <a:xfrm>
            <a:off x="922020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9BB004B-5546-403C-81A0-C21B57722921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74DC2A8-79AF-4410-A769-9DDE4CD6FB7B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935B6F5-1863-441D-B87F-29FB40E3A968}"/>
              </a:ext>
            </a:extLst>
          </p:cNvPr>
          <p:cNvSpPr>
            <a:spLocks noGrp="1"/>
          </p:cNvSpPr>
          <p:nvPr/>
        </p:nvSpPr>
        <p:spPr>
          <a:xfrm>
            <a:off x="942975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doctor_notifications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6C0E2EF-4525-4CDB-9918-F7F916EFBF21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9A27E6F-72AD-4C9F-AFE4-BCA01EA195A4}"/>
              </a:ext>
            </a:extLst>
          </p:cNvPr>
          <p:cNvSpPr>
            <a:spLocks noGrp="1"/>
          </p:cNvSpPr>
          <p:nvPr/>
        </p:nvSpPr>
        <p:spPr>
          <a:xfrm>
            <a:off x="965835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3AB4790-5F87-42E7-B427-D91FDA7C9033}"/>
              </a:ext>
            </a:extLst>
          </p:cNvPr>
          <p:cNvSpPr>
            <a:spLocks noGrp="1"/>
          </p:cNvSpPr>
          <p:nvPr/>
        </p:nvSpPr>
        <p:spPr>
          <a:xfrm>
            <a:off x="1077277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D4C7DDF-798F-4BA3-BF9C-DDE36CDD201D}"/>
              </a:ext>
            </a:extLst>
          </p:cNvPr>
          <p:cNvSpPr>
            <a:spLocks noGrp="1"/>
          </p:cNvSpPr>
          <p:nvPr/>
        </p:nvSpPr>
        <p:spPr>
          <a:xfrm>
            <a:off x="965835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E2452C4-E14E-4397-B67F-AC14B1A2CED8}"/>
              </a:ext>
            </a:extLst>
          </p:cNvPr>
          <p:cNvSpPr>
            <a:spLocks noGrp="1"/>
          </p:cNvSpPr>
          <p:nvPr/>
        </p:nvSpPr>
        <p:spPr>
          <a:xfrm>
            <a:off x="1077277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4BE7F2F-F6F7-4A14-A037-A907D1422A24}"/>
              </a:ext>
            </a:extLst>
          </p:cNvPr>
          <p:cNvSpPr>
            <a:spLocks noGrp="1"/>
          </p:cNvSpPr>
          <p:nvPr/>
        </p:nvSpPr>
        <p:spPr>
          <a:xfrm>
            <a:off x="965835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4A95193-D34E-434C-AB35-B18C4773B5BA}"/>
              </a:ext>
            </a:extLst>
          </p:cNvPr>
          <p:cNvSpPr>
            <a:spLocks noGrp="1"/>
          </p:cNvSpPr>
          <p:nvPr/>
        </p:nvSpPr>
        <p:spPr>
          <a:xfrm>
            <a:off x="1077277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44CBDC0-FA17-4998-8BBE-5896043F841C}"/>
              </a:ext>
            </a:extLst>
          </p:cNvPr>
          <p:cNvSpPr>
            <a:spLocks noGrp="1"/>
          </p:cNvSpPr>
          <p:nvPr/>
        </p:nvSpPr>
        <p:spPr>
          <a:xfrm>
            <a:off x="965835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393DECC-CEF4-4E5D-84A1-1B7BFA38C72A}"/>
              </a:ext>
            </a:extLst>
          </p:cNvPr>
          <p:cNvSpPr>
            <a:spLocks noGrp="1"/>
          </p:cNvSpPr>
          <p:nvPr/>
        </p:nvSpPr>
        <p:spPr>
          <a:xfrm>
            <a:off x="1077277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317DF4B7-0E6D-45AD-BAA3-A316121D5C10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24D2C19-2BF1-4D8F-88C5-7AEB22B50D51}"/>
              </a:ext>
            </a:extLst>
          </p:cNvPr>
          <p:cNvSpPr>
            <a:spLocks noGrp="1"/>
          </p:cNvSpPr>
          <p:nvPr/>
        </p:nvSpPr>
        <p:spPr>
          <a:xfrm>
            <a:off x="922020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4DD2015-830A-442A-9B61-411282E0EC41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32BA6FA-18BB-45E5-A99B-6B5EAE4AB667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6B0E55E-CF24-4A3D-B80C-83D33D53D632}"/>
              </a:ext>
            </a:extLst>
          </p:cNvPr>
          <p:cNvSpPr>
            <a:spLocks noGrp="1"/>
          </p:cNvSpPr>
          <p:nvPr/>
        </p:nvSpPr>
        <p:spPr>
          <a:xfrm>
            <a:off x="942975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doctor_profiles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20C3AA5-D9CE-42B7-9234-474C0B7765E7}"/>
              </a:ext>
            </a:extLst>
          </p:cNvPr>
          <p:cNvSpPr>
            <a:spLocks noGrp="1"/>
          </p:cNvSpPr>
          <p:nvPr/>
        </p:nvSpPr>
        <p:spPr>
          <a:xfrm>
            <a:off x="942975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7E3CDF4-78C6-4ED7-89D2-9D6095005DA6}"/>
              </a:ext>
            </a:extLst>
          </p:cNvPr>
          <p:cNvSpPr>
            <a:spLocks noGrp="1"/>
          </p:cNvSpPr>
          <p:nvPr/>
        </p:nvSpPr>
        <p:spPr>
          <a:xfrm>
            <a:off x="965835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8FD5409-06F0-4416-8238-ABB934612A49}"/>
              </a:ext>
            </a:extLst>
          </p:cNvPr>
          <p:cNvSpPr>
            <a:spLocks noGrp="1"/>
          </p:cNvSpPr>
          <p:nvPr/>
        </p:nvSpPr>
        <p:spPr>
          <a:xfrm>
            <a:off x="1077277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3E33084-D483-45D0-B2F1-7EF64634BC53}"/>
              </a:ext>
            </a:extLst>
          </p:cNvPr>
          <p:cNvSpPr>
            <a:spLocks noGrp="1"/>
          </p:cNvSpPr>
          <p:nvPr/>
        </p:nvSpPr>
        <p:spPr>
          <a:xfrm>
            <a:off x="965835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763F85E-6472-47DA-B3CB-E45ECA5C0643}"/>
              </a:ext>
            </a:extLst>
          </p:cNvPr>
          <p:cNvSpPr>
            <a:spLocks noGrp="1"/>
          </p:cNvSpPr>
          <p:nvPr/>
        </p:nvSpPr>
        <p:spPr>
          <a:xfrm>
            <a:off x="1077277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EF3EB94-814B-4286-9278-FC0FED931019}"/>
              </a:ext>
            </a:extLst>
          </p:cNvPr>
          <p:cNvSpPr>
            <a:spLocks noGrp="1"/>
          </p:cNvSpPr>
          <p:nvPr/>
        </p:nvSpPr>
        <p:spPr>
          <a:xfrm>
            <a:off x="965835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825CBAB-5C92-4BD9-B54D-5613CD7E116F}"/>
              </a:ext>
            </a:extLst>
          </p:cNvPr>
          <p:cNvSpPr>
            <a:spLocks noGrp="1"/>
          </p:cNvSpPr>
          <p:nvPr/>
        </p:nvSpPr>
        <p:spPr>
          <a:xfrm>
            <a:off x="1077277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0D836A-D16A-42BF-A2D0-A218AEDE5270}"/>
              </a:ext>
            </a:extLst>
          </p:cNvPr>
          <p:cNvSpPr>
            <a:spLocks noGrp="1"/>
          </p:cNvSpPr>
          <p:nvPr/>
        </p:nvSpPr>
        <p:spPr>
          <a:xfrm>
            <a:off x="965835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97657AD-2DAB-4F2B-8170-DFE2F0A96E39}"/>
              </a:ext>
            </a:extLst>
          </p:cNvPr>
          <p:cNvSpPr>
            <a:spLocks noGrp="1"/>
          </p:cNvSpPr>
          <p:nvPr/>
        </p:nvSpPr>
        <p:spPr>
          <a:xfrm>
            <a:off x="1077277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B9203A4-E388-4918-A98A-A030CD10793F}"/>
              </a:ext>
            </a:extLst>
          </p:cNvPr>
          <p:cNvSpPr>
            <a:spLocks noGrp="1"/>
          </p:cNvSpPr>
          <p:nvPr/>
        </p:nvSpPr>
        <p:spPr>
          <a:xfrm>
            <a:off x="6743700" y="27051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CB26474-F4CC-4BD7-83F2-3E7525F09AEC}"/>
              </a:ext>
            </a:extLst>
          </p:cNvPr>
          <p:cNvSpPr>
            <a:spLocks noGrp="1"/>
          </p:cNvSpPr>
          <p:nvPr/>
        </p:nvSpPr>
        <p:spPr>
          <a:xfrm>
            <a:off x="5286375" y="59055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0FCF333-43C1-400E-8F39-4FD3E08B7642}"/>
              </a:ext>
            </a:extLst>
          </p:cNvPr>
          <p:cNvSpPr>
            <a:spLocks noGrp="1"/>
          </p:cNvSpPr>
          <p:nvPr/>
        </p:nvSpPr>
        <p:spPr>
          <a:xfrm>
            <a:off x="8429625" y="59055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C7556A1-69AC-4259-8DCA-A41498108EF5}"/>
              </a:ext>
            </a:extLst>
          </p:cNvPr>
          <p:cNvSpPr>
            <a:spLocks noGrp="1"/>
          </p:cNvSpPr>
          <p:nvPr/>
        </p:nvSpPr>
        <p:spPr>
          <a:xfrm>
            <a:off x="9105900" y="59055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6857B51-9856-4F61-93C6-EADB64D95D6B}"/>
              </a:ext>
            </a:extLst>
          </p:cNvPr>
          <p:cNvSpPr>
            <a:spLocks noGrp="1"/>
          </p:cNvSpPr>
          <p:nvPr/>
        </p:nvSpPr>
        <p:spPr>
          <a:xfrm>
            <a:off x="10058400" y="590550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ABD8E67-8A4D-4452-856A-EA3EC52AE4DD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381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9407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480290A7-EAF7-4671-A914-3086522A7C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DCEC4-E07B-40C0-8D42-D4388F9885A4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3905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operations and administration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0AA2D-279C-4FC5-B3EB-D60B93BF1F1A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381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Operational and administrative records support daily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79670-1AFD-4F60-BF43-8C8B5514FEB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60CA77-9BF8-4880-9139-57CFA8BE373E}"/>
              </a:ext>
            </a:extLst>
          </p:cNvPr>
          <p:cNvSpPr>
            <a:spLocks noGrp="1"/>
          </p:cNvSpPr>
          <p:nvPr/>
        </p:nvSpPr>
        <p:spPr>
          <a:xfrm>
            <a:off x="5000625" y="495300"/>
            <a:ext cx="6572250" cy="58293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5DA838-6044-49F5-A414-B9122416CD37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billing and payment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6542A8-E2F9-4B91-930F-15E6425EB43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medicine and product stock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9A7E82-5CA6-411E-BEDE-0C515B9472F2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private staff account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578B1-1E5E-4BA3-8850-28DCA5B90DB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verification: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administrator review of doctor accounts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EB4CA-0D5D-4478-A93D-9FE6C0B1DA6E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append-only record of administrative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142997-B543-4093-A63B-2C6012E01517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A402FD-D630-4872-9CFE-E71F187E8C68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428750" cy="238125"/>
          </a:xfrm>
          <a:prstGeom prst="rect">
            <a:avLst/>
          </a:prstGeom>
          <a:solidFill>
            <a:srgbClr val="DCE7F6"/>
          </a:solidFill>
          <a:ln w="1428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A528D5-12EA-4CC9-AA94-377029AB1F76}"/>
              </a:ext>
            </a:extLst>
          </p:cNvPr>
          <p:cNvSpPr>
            <a:spLocks noGrp="1"/>
          </p:cNvSpPr>
          <p:nvPr/>
        </p:nvSpPr>
        <p:spPr>
          <a:xfrm>
            <a:off x="5334000" y="1771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 and 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9F147-6A53-406E-8682-703DF7022FC4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2095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264C5-F52A-4D95-A93F-85B14EF1D0FD}"/>
              </a:ext>
            </a:extLst>
          </p:cNvPr>
          <p:cNvSpPr>
            <a:spLocks noGrp="1"/>
          </p:cNvSpPr>
          <p:nvPr/>
        </p:nvSpPr>
        <p:spPr>
          <a:xfrm>
            <a:off x="5562600" y="2019300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89C82A-47F1-4CE3-B9B3-93D52335A0E9}"/>
              </a:ext>
            </a:extLst>
          </p:cNvPr>
          <p:cNvSpPr>
            <a:spLocks noGrp="1"/>
          </p:cNvSpPr>
          <p:nvPr/>
        </p:nvSpPr>
        <p:spPr>
          <a:xfrm>
            <a:off x="6329363" y="2019300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A1537F-B960-42C5-B45E-CE40311EA1E3}"/>
              </a:ext>
            </a:extLst>
          </p:cNvPr>
          <p:cNvSpPr>
            <a:spLocks noGrp="1"/>
          </p:cNvSpPr>
          <p:nvPr/>
        </p:nvSpPr>
        <p:spPr>
          <a:xfrm>
            <a:off x="5562600" y="2483644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4F1CAE-F202-4BA9-90CC-86401E9CE2A7}"/>
              </a:ext>
            </a:extLst>
          </p:cNvPr>
          <p:cNvSpPr>
            <a:spLocks noGrp="1"/>
          </p:cNvSpPr>
          <p:nvPr/>
        </p:nvSpPr>
        <p:spPr>
          <a:xfrm>
            <a:off x="6329363" y="2483644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AB381-D348-418E-BDB1-72E90D9495AB}"/>
              </a:ext>
            </a:extLst>
          </p:cNvPr>
          <p:cNvSpPr>
            <a:spLocks noGrp="1"/>
          </p:cNvSpPr>
          <p:nvPr/>
        </p:nvSpPr>
        <p:spPr>
          <a:xfrm>
            <a:off x="5562600" y="2947988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453DEB-D475-45C0-80B3-7F1FF2DAE2C7}"/>
              </a:ext>
            </a:extLst>
          </p:cNvPr>
          <p:cNvSpPr>
            <a:spLocks noGrp="1"/>
          </p:cNvSpPr>
          <p:nvPr/>
        </p:nvSpPr>
        <p:spPr>
          <a:xfrm>
            <a:off x="6329363" y="2947988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99B44-7709-4A87-B8A7-367AD61A8224}"/>
              </a:ext>
            </a:extLst>
          </p:cNvPr>
          <p:cNvSpPr>
            <a:spLocks noGrp="1"/>
          </p:cNvSpPr>
          <p:nvPr/>
        </p:nvSpPr>
        <p:spPr>
          <a:xfrm>
            <a:off x="5562600" y="3412331"/>
            <a:ext cx="7572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940BBE-BDD9-4576-B261-6FE28225D394}"/>
              </a:ext>
            </a:extLst>
          </p:cNvPr>
          <p:cNvSpPr>
            <a:spLocks noGrp="1"/>
          </p:cNvSpPr>
          <p:nvPr/>
        </p:nvSpPr>
        <p:spPr>
          <a:xfrm>
            <a:off x="6329363" y="3412331"/>
            <a:ext cx="328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1CF1147-1B36-4687-BB0C-1778FA77ECE7}"/>
              </a:ext>
            </a:extLst>
          </p:cNvPr>
          <p:cNvSpPr>
            <a:spLocks noGrp="1"/>
          </p:cNvSpPr>
          <p:nvPr/>
        </p:nvSpPr>
        <p:spPr>
          <a:xfrm>
            <a:off x="6715125" y="2838450"/>
            <a:ext cx="1809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06D8BCF3-41B2-483E-9432-37DDC631747B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0" cy="3000375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8036CEFF-F95F-4ACA-A294-13581BE900A6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BDD173-F0B6-4D2E-88EF-60A39F4CB77C}"/>
              </a:ext>
            </a:extLst>
          </p:cNvPr>
          <p:cNvSpPr>
            <a:spLocks noGrp="1"/>
          </p:cNvSpPr>
          <p:nvPr/>
        </p:nvSpPr>
        <p:spPr>
          <a:xfrm>
            <a:off x="702945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3BB5-06DE-418B-8940-FBC1BF5C7915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34E619-7E70-4FF4-B135-790213125BDA}"/>
              </a:ext>
            </a:extLst>
          </p:cNvPr>
          <p:cNvSpPr>
            <a:spLocks noGrp="1"/>
          </p:cNvSpPr>
          <p:nvPr/>
        </p:nvSpPr>
        <p:spPr>
          <a:xfrm>
            <a:off x="7191375" y="781050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692C05-798F-44A6-984B-BCF4568DEB79}"/>
              </a:ext>
            </a:extLst>
          </p:cNvPr>
          <p:cNvSpPr>
            <a:spLocks noGrp="1"/>
          </p:cNvSpPr>
          <p:nvPr/>
        </p:nvSpPr>
        <p:spPr>
          <a:xfrm>
            <a:off x="723900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F1279C-1E18-41B6-9A1F-D32BE737087D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458629-BC85-4BCD-A266-F45BF3180E38}"/>
              </a:ext>
            </a:extLst>
          </p:cNvPr>
          <p:cNvSpPr>
            <a:spLocks noGrp="1"/>
          </p:cNvSpPr>
          <p:nvPr/>
        </p:nvSpPr>
        <p:spPr>
          <a:xfrm>
            <a:off x="746760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DAD324-1030-4CFE-AB08-E57828D04A23}"/>
              </a:ext>
            </a:extLst>
          </p:cNvPr>
          <p:cNvSpPr>
            <a:spLocks noGrp="1"/>
          </p:cNvSpPr>
          <p:nvPr/>
        </p:nvSpPr>
        <p:spPr>
          <a:xfrm>
            <a:off x="858202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C435DA-5218-458C-BF1C-A15AFEA42267}"/>
              </a:ext>
            </a:extLst>
          </p:cNvPr>
          <p:cNvSpPr>
            <a:spLocks noGrp="1"/>
          </p:cNvSpPr>
          <p:nvPr/>
        </p:nvSpPr>
        <p:spPr>
          <a:xfrm>
            <a:off x="746760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386CD0-5BC3-41D0-B80F-3B6C1735BD0F}"/>
              </a:ext>
            </a:extLst>
          </p:cNvPr>
          <p:cNvSpPr>
            <a:spLocks noGrp="1"/>
          </p:cNvSpPr>
          <p:nvPr/>
        </p:nvSpPr>
        <p:spPr>
          <a:xfrm>
            <a:off x="858202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E225C7-AA10-4375-8C5F-6319699FC222}"/>
              </a:ext>
            </a:extLst>
          </p:cNvPr>
          <p:cNvSpPr>
            <a:spLocks noGrp="1"/>
          </p:cNvSpPr>
          <p:nvPr/>
        </p:nvSpPr>
        <p:spPr>
          <a:xfrm>
            <a:off x="746760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AD4F83-C5B9-4739-9CBF-A7962977CDBF}"/>
              </a:ext>
            </a:extLst>
          </p:cNvPr>
          <p:cNvSpPr>
            <a:spLocks noGrp="1"/>
          </p:cNvSpPr>
          <p:nvPr/>
        </p:nvSpPr>
        <p:spPr>
          <a:xfrm>
            <a:off x="858202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3B9370-C271-4E01-8F2B-F95D9936D4CE}"/>
              </a:ext>
            </a:extLst>
          </p:cNvPr>
          <p:cNvSpPr>
            <a:spLocks noGrp="1"/>
          </p:cNvSpPr>
          <p:nvPr/>
        </p:nvSpPr>
        <p:spPr>
          <a:xfrm>
            <a:off x="746760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CC2BF1-6CAF-4697-8111-C2B38B2ECC13}"/>
              </a:ext>
            </a:extLst>
          </p:cNvPr>
          <p:cNvSpPr>
            <a:spLocks noGrp="1"/>
          </p:cNvSpPr>
          <p:nvPr/>
        </p:nvSpPr>
        <p:spPr>
          <a:xfrm>
            <a:off x="858202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DB9CABC1-1AEF-4572-9AD5-95D75ED2E306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2540D2-6CFD-488E-AF07-99AA62501777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D63428-06ED-41EC-B1C4-9565C6A45521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27E55A-C626-42EF-A9F3-6D07D64A576B}"/>
              </a:ext>
            </a:extLst>
          </p:cNvPr>
          <p:cNvSpPr>
            <a:spLocks noGrp="1"/>
          </p:cNvSpPr>
          <p:nvPr/>
        </p:nvSpPr>
        <p:spPr>
          <a:xfrm>
            <a:off x="7191375" y="1781175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EF8494-8B25-4C0E-8C4A-D70C25A91DFB}"/>
              </a:ext>
            </a:extLst>
          </p:cNvPr>
          <p:cNvSpPr>
            <a:spLocks noGrp="1"/>
          </p:cNvSpPr>
          <p:nvPr/>
        </p:nvSpPr>
        <p:spPr>
          <a:xfrm>
            <a:off x="723900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44EF07-85BF-44E2-9178-14571145168B}"/>
              </a:ext>
            </a:extLst>
          </p:cNvPr>
          <p:cNvSpPr>
            <a:spLocks noGrp="1"/>
          </p:cNvSpPr>
          <p:nvPr/>
        </p:nvSpPr>
        <p:spPr>
          <a:xfrm>
            <a:off x="723900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6338E52-8EB6-4E93-98DC-12E1AC2D9639}"/>
              </a:ext>
            </a:extLst>
          </p:cNvPr>
          <p:cNvSpPr>
            <a:spLocks noGrp="1"/>
          </p:cNvSpPr>
          <p:nvPr/>
        </p:nvSpPr>
        <p:spPr>
          <a:xfrm>
            <a:off x="746760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53305C-E2A4-468D-A529-0B240025D93A}"/>
              </a:ext>
            </a:extLst>
          </p:cNvPr>
          <p:cNvSpPr>
            <a:spLocks noGrp="1"/>
          </p:cNvSpPr>
          <p:nvPr/>
        </p:nvSpPr>
        <p:spPr>
          <a:xfrm>
            <a:off x="858202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2FE2A2-AEB7-4A5C-9BAC-161988CB3F7B}"/>
              </a:ext>
            </a:extLst>
          </p:cNvPr>
          <p:cNvSpPr>
            <a:spLocks noGrp="1"/>
          </p:cNvSpPr>
          <p:nvPr/>
        </p:nvSpPr>
        <p:spPr>
          <a:xfrm>
            <a:off x="746760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1986EBB-959B-4FE4-87DE-E62C15D4AEA3}"/>
              </a:ext>
            </a:extLst>
          </p:cNvPr>
          <p:cNvSpPr>
            <a:spLocks noGrp="1"/>
          </p:cNvSpPr>
          <p:nvPr/>
        </p:nvSpPr>
        <p:spPr>
          <a:xfrm>
            <a:off x="858202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00FFC0-C4DA-46A0-B4A3-C2D3AB72A798}"/>
              </a:ext>
            </a:extLst>
          </p:cNvPr>
          <p:cNvSpPr>
            <a:spLocks noGrp="1"/>
          </p:cNvSpPr>
          <p:nvPr/>
        </p:nvSpPr>
        <p:spPr>
          <a:xfrm>
            <a:off x="746760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C370F43-4FEF-48F7-8A93-FE049AFC6BA2}"/>
              </a:ext>
            </a:extLst>
          </p:cNvPr>
          <p:cNvSpPr>
            <a:spLocks noGrp="1"/>
          </p:cNvSpPr>
          <p:nvPr/>
        </p:nvSpPr>
        <p:spPr>
          <a:xfrm>
            <a:off x="858202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5091CB8-F6A0-4FA4-B6F0-9D466D50885D}"/>
              </a:ext>
            </a:extLst>
          </p:cNvPr>
          <p:cNvSpPr>
            <a:spLocks noGrp="1"/>
          </p:cNvSpPr>
          <p:nvPr/>
        </p:nvSpPr>
        <p:spPr>
          <a:xfrm>
            <a:off x="746760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B370A9-4C5C-4135-916B-AC26BA2114EB}"/>
              </a:ext>
            </a:extLst>
          </p:cNvPr>
          <p:cNvSpPr>
            <a:spLocks noGrp="1"/>
          </p:cNvSpPr>
          <p:nvPr/>
        </p:nvSpPr>
        <p:spPr>
          <a:xfrm>
            <a:off x="858202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C732CD2D-DC7C-4C3A-9BB9-92B4A3CEAD6B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FC2161-9AA4-492E-AF8F-231C956737AA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98BBC6-F4B0-44F2-B818-4EF64F25836E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32DD893-20BD-4F26-BF94-3C577D1F1F8E}"/>
              </a:ext>
            </a:extLst>
          </p:cNvPr>
          <p:cNvSpPr>
            <a:spLocks noGrp="1"/>
          </p:cNvSpPr>
          <p:nvPr/>
        </p:nvSpPr>
        <p:spPr>
          <a:xfrm>
            <a:off x="7191375" y="278130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AF9874-B940-47E9-8C28-5407287EC226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155EC0-B402-434F-AB77-4DC22B1A7596}"/>
              </a:ext>
            </a:extLst>
          </p:cNvPr>
          <p:cNvSpPr>
            <a:spLocks noGrp="1"/>
          </p:cNvSpPr>
          <p:nvPr/>
        </p:nvSpPr>
        <p:spPr>
          <a:xfrm>
            <a:off x="723900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2ED8AC-9E1F-411A-9585-7E0AF5D79E88}"/>
              </a:ext>
            </a:extLst>
          </p:cNvPr>
          <p:cNvSpPr>
            <a:spLocks noGrp="1"/>
          </p:cNvSpPr>
          <p:nvPr/>
        </p:nvSpPr>
        <p:spPr>
          <a:xfrm>
            <a:off x="746760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CEFFD3-D531-4426-B22D-056CB73D1FB2}"/>
              </a:ext>
            </a:extLst>
          </p:cNvPr>
          <p:cNvSpPr>
            <a:spLocks noGrp="1"/>
          </p:cNvSpPr>
          <p:nvPr/>
        </p:nvSpPr>
        <p:spPr>
          <a:xfrm>
            <a:off x="858202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8C4876B-80D7-4CB8-82CD-3847E8A0884A}"/>
              </a:ext>
            </a:extLst>
          </p:cNvPr>
          <p:cNvSpPr>
            <a:spLocks noGrp="1"/>
          </p:cNvSpPr>
          <p:nvPr/>
        </p:nvSpPr>
        <p:spPr>
          <a:xfrm>
            <a:off x="746760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E20881-3DBD-4990-A761-A340B89BBD3A}"/>
              </a:ext>
            </a:extLst>
          </p:cNvPr>
          <p:cNvSpPr>
            <a:spLocks noGrp="1"/>
          </p:cNvSpPr>
          <p:nvPr/>
        </p:nvSpPr>
        <p:spPr>
          <a:xfrm>
            <a:off x="858202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9234C5-2992-49BA-A289-236C101F1713}"/>
              </a:ext>
            </a:extLst>
          </p:cNvPr>
          <p:cNvSpPr>
            <a:spLocks noGrp="1"/>
          </p:cNvSpPr>
          <p:nvPr/>
        </p:nvSpPr>
        <p:spPr>
          <a:xfrm>
            <a:off x="746760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A32BF7A-2BB6-4573-8D67-AE1529D0246E}"/>
              </a:ext>
            </a:extLst>
          </p:cNvPr>
          <p:cNvSpPr>
            <a:spLocks noGrp="1"/>
          </p:cNvSpPr>
          <p:nvPr/>
        </p:nvSpPr>
        <p:spPr>
          <a:xfrm>
            <a:off x="858202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C99E4B-3972-4104-A306-19216391D773}"/>
              </a:ext>
            </a:extLst>
          </p:cNvPr>
          <p:cNvSpPr>
            <a:spLocks noGrp="1"/>
          </p:cNvSpPr>
          <p:nvPr/>
        </p:nvSpPr>
        <p:spPr>
          <a:xfrm>
            <a:off x="746760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8ECDA86-3110-4C07-98D7-58ACE3B4F93C}"/>
              </a:ext>
            </a:extLst>
          </p:cNvPr>
          <p:cNvSpPr>
            <a:spLocks noGrp="1"/>
          </p:cNvSpPr>
          <p:nvPr/>
        </p:nvSpPr>
        <p:spPr>
          <a:xfrm>
            <a:off x="858202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2123E17A-FC63-4782-ABC0-62E947CDF2E9}"/>
              </a:ext>
            </a:extLst>
          </p:cNvPr>
          <p:cNvSpPr>
            <a:spLocks noGrp="1"/>
          </p:cNvSpPr>
          <p:nvPr/>
        </p:nvSpPr>
        <p:spPr>
          <a:xfrm>
            <a:off x="6896100" y="4238625"/>
            <a:ext cx="29527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2769DB-0239-4C4E-9BC7-D6118476290F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F0F1F67-9906-4275-8877-666C17C884DC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641F16-A637-4D5E-B092-944F8D4E6D75}"/>
              </a:ext>
            </a:extLst>
          </p:cNvPr>
          <p:cNvSpPr>
            <a:spLocks noGrp="1"/>
          </p:cNvSpPr>
          <p:nvPr/>
        </p:nvSpPr>
        <p:spPr>
          <a:xfrm>
            <a:off x="7191375" y="3781425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86BF957-1983-40C6-9976-B6FC54F5064D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user_directory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680BE18-E22B-4551-8860-46A8FF873A70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1F6FC9-A1B9-41C3-B1A2-F0C426D9CB43}"/>
              </a:ext>
            </a:extLst>
          </p:cNvPr>
          <p:cNvSpPr>
            <a:spLocks noGrp="1"/>
          </p:cNvSpPr>
          <p:nvPr/>
        </p:nvSpPr>
        <p:spPr>
          <a:xfrm>
            <a:off x="7467600" y="404812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60BB982-6B4D-4C9C-8B1E-D561FB116B4A}"/>
              </a:ext>
            </a:extLst>
          </p:cNvPr>
          <p:cNvSpPr>
            <a:spLocks noGrp="1"/>
          </p:cNvSpPr>
          <p:nvPr/>
        </p:nvSpPr>
        <p:spPr>
          <a:xfrm>
            <a:off x="8582025" y="404812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BDA2898-786E-476E-AE9D-D0C720EEC894}"/>
              </a:ext>
            </a:extLst>
          </p:cNvPr>
          <p:cNvSpPr>
            <a:spLocks noGrp="1"/>
          </p:cNvSpPr>
          <p:nvPr/>
        </p:nvSpPr>
        <p:spPr>
          <a:xfrm>
            <a:off x="7467600" y="420290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45C1791-FA11-47EA-8CB6-5C43BFBEF456}"/>
              </a:ext>
            </a:extLst>
          </p:cNvPr>
          <p:cNvSpPr>
            <a:spLocks noGrp="1"/>
          </p:cNvSpPr>
          <p:nvPr/>
        </p:nvSpPr>
        <p:spPr>
          <a:xfrm>
            <a:off x="8582025" y="420290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C60F3E-EB67-41C3-B576-E309F6D4C509}"/>
              </a:ext>
            </a:extLst>
          </p:cNvPr>
          <p:cNvSpPr>
            <a:spLocks noGrp="1"/>
          </p:cNvSpPr>
          <p:nvPr/>
        </p:nvSpPr>
        <p:spPr>
          <a:xfrm>
            <a:off x="7467600" y="435768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CD3E846-1630-4917-8D82-36E0A4C41895}"/>
              </a:ext>
            </a:extLst>
          </p:cNvPr>
          <p:cNvSpPr>
            <a:spLocks noGrp="1"/>
          </p:cNvSpPr>
          <p:nvPr/>
        </p:nvSpPr>
        <p:spPr>
          <a:xfrm>
            <a:off x="8582025" y="435768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3B905CA-F4C7-4BD2-85FC-1EC520EEF35B}"/>
              </a:ext>
            </a:extLst>
          </p:cNvPr>
          <p:cNvSpPr>
            <a:spLocks noGrp="1"/>
          </p:cNvSpPr>
          <p:nvPr/>
        </p:nvSpPr>
        <p:spPr>
          <a:xfrm>
            <a:off x="7467600" y="451246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124B43F-9F82-4714-B69B-C81F9B2AACDF}"/>
              </a:ext>
            </a:extLst>
          </p:cNvPr>
          <p:cNvSpPr>
            <a:spLocks noGrp="1"/>
          </p:cNvSpPr>
          <p:nvPr/>
        </p:nvSpPr>
        <p:spPr>
          <a:xfrm>
            <a:off x="8582025" y="451246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CE28CB9F-8625-4F88-BD9E-5F46CBD6606E}"/>
              </a:ext>
            </a:extLst>
          </p:cNvPr>
          <p:cNvSpPr>
            <a:spLocks noGrp="1"/>
          </p:cNvSpPr>
          <p:nvPr/>
        </p:nvSpPr>
        <p:spPr>
          <a:xfrm>
            <a:off x="6896100" y="123825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27B8BFD-3305-4160-A4B9-D05EC22BFCBF}"/>
              </a:ext>
            </a:extLst>
          </p:cNvPr>
          <p:cNvSpPr>
            <a:spLocks noGrp="1"/>
          </p:cNvSpPr>
          <p:nvPr/>
        </p:nvSpPr>
        <p:spPr>
          <a:xfrm>
            <a:off x="9220200" y="113347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0504C9D-E433-4FD8-872B-DEFB473E8E5B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89958BC-8494-48AA-B08C-48F3EBC18404}"/>
              </a:ext>
            </a:extLst>
          </p:cNvPr>
          <p:cNvSpPr>
            <a:spLocks noGrp="1"/>
          </p:cNvSpPr>
          <p:nvPr/>
        </p:nvSpPr>
        <p:spPr>
          <a:xfrm>
            <a:off x="9382125" y="781050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F0F6D34-7704-4B6F-829B-E2DDF1E2F08D}"/>
              </a:ext>
            </a:extLst>
          </p:cNvPr>
          <p:cNvSpPr>
            <a:spLocks noGrp="1"/>
          </p:cNvSpPr>
          <p:nvPr/>
        </p:nvSpPr>
        <p:spPr>
          <a:xfrm>
            <a:off x="9429750" y="800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doctor_verifications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15B7D5D-DDE6-4CE5-832E-058535B2CB2F}"/>
              </a:ext>
            </a:extLst>
          </p:cNvPr>
          <p:cNvSpPr>
            <a:spLocks noGrp="1"/>
          </p:cNvSpPr>
          <p:nvPr/>
        </p:nvSpPr>
        <p:spPr>
          <a:xfrm>
            <a:off x="9429750" y="104775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A92174C-6526-4A99-9B57-7A34B6991E27}"/>
              </a:ext>
            </a:extLst>
          </p:cNvPr>
          <p:cNvSpPr>
            <a:spLocks noGrp="1"/>
          </p:cNvSpPr>
          <p:nvPr/>
        </p:nvSpPr>
        <p:spPr>
          <a:xfrm>
            <a:off x="9658350" y="104775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BD63E36-196D-4F3E-A952-544B60765642}"/>
              </a:ext>
            </a:extLst>
          </p:cNvPr>
          <p:cNvSpPr>
            <a:spLocks noGrp="1"/>
          </p:cNvSpPr>
          <p:nvPr/>
        </p:nvSpPr>
        <p:spPr>
          <a:xfrm>
            <a:off x="10772775" y="104775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89321E4-9D18-4655-A891-708BF0D0A57F}"/>
              </a:ext>
            </a:extLst>
          </p:cNvPr>
          <p:cNvSpPr>
            <a:spLocks noGrp="1"/>
          </p:cNvSpPr>
          <p:nvPr/>
        </p:nvSpPr>
        <p:spPr>
          <a:xfrm>
            <a:off x="9658350" y="120253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B0BF16C-0D01-4494-872C-40433ED1FE7E}"/>
              </a:ext>
            </a:extLst>
          </p:cNvPr>
          <p:cNvSpPr>
            <a:spLocks noGrp="1"/>
          </p:cNvSpPr>
          <p:nvPr/>
        </p:nvSpPr>
        <p:spPr>
          <a:xfrm>
            <a:off x="10772775" y="120253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A91A06-6DDD-4C5C-8F56-126BBCE71F06}"/>
              </a:ext>
            </a:extLst>
          </p:cNvPr>
          <p:cNvSpPr>
            <a:spLocks noGrp="1"/>
          </p:cNvSpPr>
          <p:nvPr/>
        </p:nvSpPr>
        <p:spPr>
          <a:xfrm>
            <a:off x="9658350" y="135731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5F44554-C4B9-48AC-9E42-97BB1C3424BB}"/>
              </a:ext>
            </a:extLst>
          </p:cNvPr>
          <p:cNvSpPr>
            <a:spLocks noGrp="1"/>
          </p:cNvSpPr>
          <p:nvPr/>
        </p:nvSpPr>
        <p:spPr>
          <a:xfrm>
            <a:off x="10772775" y="135731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7AE289-F851-4433-AA8C-758BEF1B5BA2}"/>
              </a:ext>
            </a:extLst>
          </p:cNvPr>
          <p:cNvSpPr>
            <a:spLocks noGrp="1"/>
          </p:cNvSpPr>
          <p:nvPr/>
        </p:nvSpPr>
        <p:spPr>
          <a:xfrm>
            <a:off x="9658350" y="151209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92B62BD-66DE-4B9C-A12C-F8DD66E3A3DF}"/>
              </a:ext>
            </a:extLst>
          </p:cNvPr>
          <p:cNvSpPr>
            <a:spLocks noGrp="1"/>
          </p:cNvSpPr>
          <p:nvPr/>
        </p:nvSpPr>
        <p:spPr>
          <a:xfrm>
            <a:off x="10772775" y="151209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C93FDDAE-E067-42B3-833B-650790BE9361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5D54730-6371-467E-9009-C7CFF3882DDE}"/>
              </a:ext>
            </a:extLst>
          </p:cNvPr>
          <p:cNvSpPr>
            <a:spLocks noGrp="1"/>
          </p:cNvSpPr>
          <p:nvPr/>
        </p:nvSpPr>
        <p:spPr>
          <a:xfrm>
            <a:off x="9220200" y="21336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2268A2D-6412-4914-A1E6-F61409F1577F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D15EE6-B824-4AFF-BD3D-C6BFB4EE678F}"/>
              </a:ext>
            </a:extLst>
          </p:cNvPr>
          <p:cNvSpPr>
            <a:spLocks noGrp="1"/>
          </p:cNvSpPr>
          <p:nvPr/>
        </p:nvSpPr>
        <p:spPr>
          <a:xfrm>
            <a:off x="9382125" y="1781175"/>
            <a:ext cx="1905000" cy="238125"/>
          </a:xfrm>
          <a:prstGeom prst="rect">
            <a:avLst/>
          </a:prstGeom>
          <a:solidFill>
            <a:srgbClr val="E7E1F3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0804987-AEDD-46D5-9078-3A12FC20F69B}"/>
              </a:ext>
            </a:extLst>
          </p:cNvPr>
          <p:cNvSpPr>
            <a:spLocks noGrp="1"/>
          </p:cNvSpPr>
          <p:nvPr/>
        </p:nvSpPr>
        <p:spPr>
          <a:xfrm>
            <a:off x="9429750" y="18002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29B2BA1-DF05-4C8C-A400-8C0E1027B202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205B3CB-5183-4AA8-873B-53CD7B23D41E}"/>
              </a:ext>
            </a:extLst>
          </p:cNvPr>
          <p:cNvSpPr>
            <a:spLocks noGrp="1"/>
          </p:cNvSpPr>
          <p:nvPr/>
        </p:nvSpPr>
        <p:spPr>
          <a:xfrm>
            <a:off x="9658350" y="2047875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1F3F17-3D0D-45A5-A11A-787F13D82B15}"/>
              </a:ext>
            </a:extLst>
          </p:cNvPr>
          <p:cNvSpPr>
            <a:spLocks noGrp="1"/>
          </p:cNvSpPr>
          <p:nvPr/>
        </p:nvSpPr>
        <p:spPr>
          <a:xfrm>
            <a:off x="10772775" y="2047875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401D900-829D-424A-AFDD-F87A20556CA7}"/>
              </a:ext>
            </a:extLst>
          </p:cNvPr>
          <p:cNvSpPr>
            <a:spLocks noGrp="1"/>
          </p:cNvSpPr>
          <p:nvPr/>
        </p:nvSpPr>
        <p:spPr>
          <a:xfrm>
            <a:off x="9658350" y="2202656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E96F3E9-4898-4492-AA2F-22DDD7C3A2D7}"/>
              </a:ext>
            </a:extLst>
          </p:cNvPr>
          <p:cNvSpPr>
            <a:spLocks noGrp="1"/>
          </p:cNvSpPr>
          <p:nvPr/>
        </p:nvSpPr>
        <p:spPr>
          <a:xfrm>
            <a:off x="10772775" y="2202656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80A485B-CADB-46FA-8E68-02A7E0D6599E}"/>
              </a:ext>
            </a:extLst>
          </p:cNvPr>
          <p:cNvSpPr>
            <a:spLocks noGrp="1"/>
          </p:cNvSpPr>
          <p:nvPr/>
        </p:nvSpPr>
        <p:spPr>
          <a:xfrm>
            <a:off x="9658350" y="2357438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524CCA-3E99-40B2-9B00-1415680EA2E8}"/>
              </a:ext>
            </a:extLst>
          </p:cNvPr>
          <p:cNvSpPr>
            <a:spLocks noGrp="1"/>
          </p:cNvSpPr>
          <p:nvPr/>
        </p:nvSpPr>
        <p:spPr>
          <a:xfrm>
            <a:off x="10772775" y="2357438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1F831FA-F6F0-4644-8BDE-320E71DB19BF}"/>
              </a:ext>
            </a:extLst>
          </p:cNvPr>
          <p:cNvSpPr>
            <a:spLocks noGrp="1"/>
          </p:cNvSpPr>
          <p:nvPr/>
        </p:nvSpPr>
        <p:spPr>
          <a:xfrm>
            <a:off x="9658350" y="2512219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EC36A1D-773C-4859-92E6-CDFD6BA7E989}"/>
              </a:ext>
            </a:extLst>
          </p:cNvPr>
          <p:cNvSpPr>
            <a:spLocks noGrp="1"/>
          </p:cNvSpPr>
          <p:nvPr/>
        </p:nvSpPr>
        <p:spPr>
          <a:xfrm>
            <a:off x="10772775" y="2512219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683E580E-27B1-4B30-A25E-7AD3514C1A39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2486025" cy="0"/>
          </a:xfrm>
          <a:prstGeom prst="line">
            <a:avLst/>
          </a:prstGeom>
          <a:noFill/>
          <a:ln w="11906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60C738F-86D0-4601-958D-472B50265C8E}"/>
              </a:ext>
            </a:extLst>
          </p:cNvPr>
          <p:cNvSpPr>
            <a:spLocks noGrp="1"/>
          </p:cNvSpPr>
          <p:nvPr/>
        </p:nvSpPr>
        <p:spPr>
          <a:xfrm>
            <a:off x="9220200" y="3133725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39C48F1-05D3-4F73-83E2-041F66327C3A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91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E8BF313-4914-4899-8ECC-A6151BAD9549}"/>
              </a:ext>
            </a:extLst>
          </p:cNvPr>
          <p:cNvSpPr>
            <a:spLocks noGrp="1"/>
          </p:cNvSpPr>
          <p:nvPr/>
        </p:nvSpPr>
        <p:spPr>
          <a:xfrm>
            <a:off x="9382125" y="2781300"/>
            <a:ext cx="1905000" cy="238125"/>
          </a:xfrm>
          <a:prstGeom prst="rect">
            <a:avLst/>
          </a:prstGeom>
          <a:solidFill>
            <a:srgbClr val="F8E8D0"/>
          </a:solidFill>
          <a:ln w="10478">
            <a:solidFill>
              <a:srgbClr val="4C566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9CAB7D4-4F42-4CA8-B6F5-E97EBDF8BF1F}"/>
              </a:ext>
            </a:extLst>
          </p:cNvPr>
          <p:cNvSpPr>
            <a:spLocks noGrp="1"/>
          </p:cNvSpPr>
          <p:nvPr/>
        </p:nvSpPr>
        <p:spPr>
          <a:xfrm>
            <a:off x="9429750" y="28003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admin_profiles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D8EB241-7434-4716-9628-31B302F06CFD}"/>
              </a:ext>
            </a:extLst>
          </p:cNvPr>
          <p:cNvSpPr>
            <a:spLocks noGrp="1"/>
          </p:cNvSpPr>
          <p:nvPr/>
        </p:nvSpPr>
        <p:spPr>
          <a:xfrm>
            <a:off x="9429750" y="3048000"/>
            <a:ext cx="2095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7B06407-CECA-448B-88BD-041D5B701E93}"/>
              </a:ext>
            </a:extLst>
          </p:cNvPr>
          <p:cNvSpPr>
            <a:spLocks noGrp="1"/>
          </p:cNvSpPr>
          <p:nvPr/>
        </p:nvSpPr>
        <p:spPr>
          <a:xfrm>
            <a:off x="9658350" y="3048000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C0E44BC-5B4A-4414-BADE-362226E8B13D}"/>
              </a:ext>
            </a:extLst>
          </p:cNvPr>
          <p:cNvSpPr>
            <a:spLocks noGrp="1"/>
          </p:cNvSpPr>
          <p:nvPr/>
        </p:nvSpPr>
        <p:spPr>
          <a:xfrm>
            <a:off x="10772775" y="3048000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A047ED5-A326-485A-8C28-3E75F992E4E0}"/>
              </a:ext>
            </a:extLst>
          </p:cNvPr>
          <p:cNvSpPr>
            <a:spLocks noGrp="1"/>
          </p:cNvSpPr>
          <p:nvPr/>
        </p:nvSpPr>
        <p:spPr>
          <a:xfrm>
            <a:off x="9658350" y="3202781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A26A765-DC59-4E81-B255-40B1715C6A2A}"/>
              </a:ext>
            </a:extLst>
          </p:cNvPr>
          <p:cNvSpPr>
            <a:spLocks noGrp="1"/>
          </p:cNvSpPr>
          <p:nvPr/>
        </p:nvSpPr>
        <p:spPr>
          <a:xfrm>
            <a:off x="10772775" y="3202781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423B658-3726-41F0-A175-D13DA68B35CC}"/>
              </a:ext>
            </a:extLst>
          </p:cNvPr>
          <p:cNvSpPr>
            <a:spLocks noGrp="1"/>
          </p:cNvSpPr>
          <p:nvPr/>
        </p:nvSpPr>
        <p:spPr>
          <a:xfrm>
            <a:off x="9658350" y="3357563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465D47D-298E-4091-9EA4-484D0AAC1C5A}"/>
              </a:ext>
            </a:extLst>
          </p:cNvPr>
          <p:cNvSpPr>
            <a:spLocks noGrp="1"/>
          </p:cNvSpPr>
          <p:nvPr/>
        </p:nvSpPr>
        <p:spPr>
          <a:xfrm>
            <a:off x="10772775" y="3357563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EBCBCF1-A3F7-4C43-BD22-84E84E378ABD}"/>
              </a:ext>
            </a:extLst>
          </p:cNvPr>
          <p:cNvSpPr>
            <a:spLocks noGrp="1"/>
          </p:cNvSpPr>
          <p:nvPr/>
        </p:nvSpPr>
        <p:spPr>
          <a:xfrm>
            <a:off x="9658350" y="3512344"/>
            <a:ext cx="10096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19BACA1-92CC-491E-8B4E-1B1CF90E6A72}"/>
              </a:ext>
            </a:extLst>
          </p:cNvPr>
          <p:cNvSpPr>
            <a:spLocks noGrp="1"/>
          </p:cNvSpPr>
          <p:nvPr/>
        </p:nvSpPr>
        <p:spPr>
          <a:xfrm>
            <a:off x="10772775" y="3512344"/>
            <a:ext cx="438150" cy="154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39BC453-6498-4B5C-B5B3-0EB24C0B90F9}"/>
              </a:ext>
            </a:extLst>
          </p:cNvPr>
          <p:cNvSpPr>
            <a:spLocks noGrp="1"/>
          </p:cNvSpPr>
          <p:nvPr/>
        </p:nvSpPr>
        <p:spPr>
          <a:xfrm>
            <a:off x="6743700" y="2705100"/>
            <a:ext cx="133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5971CB3-9EF5-4BCC-BB11-22536F8FF57D}"/>
              </a:ext>
            </a:extLst>
          </p:cNvPr>
          <p:cNvSpPr>
            <a:spLocks noGrp="1"/>
          </p:cNvSpPr>
          <p:nvPr/>
        </p:nvSpPr>
        <p:spPr>
          <a:xfrm>
            <a:off x="5286375" y="59055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65A5D13-0CC5-4FD5-8FA0-7EC1253ABC33}"/>
              </a:ext>
            </a:extLst>
          </p:cNvPr>
          <p:cNvSpPr>
            <a:spLocks noGrp="1"/>
          </p:cNvSpPr>
          <p:nvPr/>
        </p:nvSpPr>
        <p:spPr>
          <a:xfrm>
            <a:off x="8429625" y="59055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DEC75F1-576D-44A0-946B-D33BFDF4E362}"/>
              </a:ext>
            </a:extLst>
          </p:cNvPr>
          <p:cNvSpPr>
            <a:spLocks noGrp="1"/>
          </p:cNvSpPr>
          <p:nvPr/>
        </p:nvSpPr>
        <p:spPr>
          <a:xfrm>
            <a:off x="9105900" y="59055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632D328-2863-408B-94FE-8E9FEC3F9A5B}"/>
              </a:ext>
            </a:extLst>
          </p:cNvPr>
          <p:cNvSpPr>
            <a:spLocks noGrp="1"/>
          </p:cNvSpPr>
          <p:nvPr/>
        </p:nvSpPr>
        <p:spPr>
          <a:xfrm>
            <a:off x="10058400" y="590550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5DA7A2E-CBE8-42F0-8769-6EF73D234B71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381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16192624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Macintosh PowerPoint</Application>
  <DocSecurity>0</DocSecurity>
  <PresentationFormat>Widescreen</PresentationFormat>
  <Paragraphs>552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Avenir Next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HTIN AUNG LYNN -</cp:lastModifiedBy>
  <cp:revision>1</cp:revision>
  <dcterms:created xsi:type="dcterms:W3CDTF">2026-10-14T14:58:12Z</dcterms:created>
  <dcterms:modified xsi:type="dcterms:W3CDTF">2026-10-14T15:08:10Z</dcterms:modified>
</cp:coreProperties>
</file>