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791b263a444742" /><Relationship Type="http://schemas.openxmlformats.org/officeDocument/2006/relationships/extended-properties" Target="/docProps/app.xml" Id="Rdc863fb33f7e4c00" /><Relationship Type="http://schemas.openxmlformats.org/officeDocument/2006/relationships/officeDocument" Target="/ppt/presentation.xml" Id="Rf9bbb35fa8eb44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67d67d42f42b4"/>
  </p:sldMasterIdLst>
  <p:notesMasterIdLst>
    <p:notesMasterId xmlns:r="http://schemas.openxmlformats.org/officeDocument/2006/relationships" r:id="R323ff1429ef440b6"/>
  </p:notesMasterIdLst>
  <p:sldIdLst>
    <p:sldId xmlns:r="http://schemas.openxmlformats.org/officeDocument/2006/relationships" id="256" r:id="Rcd4c6d18377547b1"/>
    <p:sldId xmlns:r="http://schemas.openxmlformats.org/officeDocument/2006/relationships" id="257" r:id="R4b742a4d98f54778"/>
    <p:sldId xmlns:r="http://schemas.openxmlformats.org/officeDocument/2006/relationships" id="258" r:id="R447b382cfae0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d69706a5c046b0" /><Relationship Type="http://schemas.openxmlformats.org/officeDocument/2006/relationships/slideMaster" Target="/ppt/slideMasters/slideMaster1.xml" Id="Rcc367d67d42f42b4" /><Relationship Type="http://schemas.openxmlformats.org/officeDocument/2006/relationships/notesMaster" Target="/ppt/notesMasters/notesMaster1.xml" Id="R323ff1429ef440b6" /><Relationship Type="http://schemas.openxmlformats.org/officeDocument/2006/relationships/presProps" Target="/ppt/presProps.xml" Id="R694a757ae4814480" /><Relationship Type="http://schemas.openxmlformats.org/officeDocument/2006/relationships/tableStyles" Target="/ppt/tableStyles.xml" Id="R7d61bacb30d14527" /><Relationship Type="http://schemas.openxmlformats.org/officeDocument/2006/relationships/slide" Target="/ppt/slides/slide1.xml" Id="Rcd4c6d18377547b1" /><Relationship Type="http://schemas.openxmlformats.org/officeDocument/2006/relationships/slide" Target="/ppt/slides/slide2.xml" Id="R4b742a4d98f54778" /><Relationship Type="http://schemas.openxmlformats.org/officeDocument/2006/relationships/slide" Target="/ppt/slides/slide3.xml" Id="R447b382cfae0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a639cfc3c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55ac7f659d4243" /><Relationship Type="http://schemas.openxmlformats.org/officeDocument/2006/relationships/notesMaster" Target="/ppt/notesMasters/notesMaster1.xml" Id="R1294586a429445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e125246d04f10" /><Relationship Type="http://schemas.openxmlformats.org/officeDocument/2006/relationships/notesMaster" Target="/ppt/notesMasters/notesMaster1.xml" Id="Rb5801c665bc2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c79b84d874949" /><Relationship Type="http://schemas.openxmlformats.org/officeDocument/2006/relationships/notesMaster" Target="/ppt/notesMasters/notesMaster1.xml" Id="R8b0c0bcb9892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4b6f503874d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6201177af43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b52a877d345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22297a8bb4d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a7383ec5840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aa9044361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8469DB-B7BC-4D0E-9202-C5AE28482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FF0BD5-C32F-40FF-829B-34473637C2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6ED42F-8376-4348-9054-1868390C2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925030-EF05-4636-973D-A04C3663E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A388E6-B4A4-47F9-B399-874CA19F53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17C40A-029D-4783-A9B8-04C6D2619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364A70-28F1-4107-88DA-4BF088425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72E6D9-2354-4E27-9139-67B25850EB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0111AC-C186-4C1F-BA53-744F0924F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AC5B6E-70AC-4970-A117-F289E87097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b406c24564781" /><Relationship Type="http://schemas.openxmlformats.org/officeDocument/2006/relationships/slideLayout" Target="/ppt/slideLayouts/slideLayout1.xml" Id="Ra4a01ca4eb3442f8" /><Relationship Type="http://schemas.openxmlformats.org/officeDocument/2006/relationships/slideLayout" Target="/ppt/slideLayouts/slideLayout2.xml" Id="R34782699ca354c7e" /><Relationship Type="http://schemas.openxmlformats.org/officeDocument/2006/relationships/slideLayout" Target="/ppt/slideLayouts/slideLayout3.xml" Id="R769a4a1ad0d94399" /><Relationship Type="http://schemas.openxmlformats.org/officeDocument/2006/relationships/slideLayout" Target="/ppt/slideLayouts/slideLayout4.xml" Id="R29539dd4f43c4e94" /><Relationship Type="http://schemas.openxmlformats.org/officeDocument/2006/relationships/slideLayout" Target="/ppt/slideLayouts/slideLayout5.xml" Id="R7778467103234207" /><Relationship Type="http://schemas.openxmlformats.org/officeDocument/2006/relationships/slideLayout" Target="/ppt/slideLayouts/slideLayout6.xml" Id="Re9fca24f2e5345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a01ca4eb3442f8"/>
    <p:sldLayoutId xmlns:r="http://schemas.openxmlformats.org/officeDocument/2006/relationships" id="2147483650" r:id="R34782699ca354c7e"/>
    <p:sldLayoutId xmlns:r="http://schemas.openxmlformats.org/officeDocument/2006/relationships" id="2147483651" r:id="R769a4a1ad0d94399"/>
    <p:sldLayoutId xmlns:r="http://schemas.openxmlformats.org/officeDocument/2006/relationships" id="2147483652" r:id="R29539dd4f43c4e94"/>
    <p:sldLayoutId xmlns:r="http://schemas.openxmlformats.org/officeDocument/2006/relationships" id="2147483653" r:id="R7778467103234207"/>
    <p:sldLayoutId xmlns:r="http://schemas.openxmlformats.org/officeDocument/2006/relationships" id="2147483654" r:id="Re9fca24f2e5345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fc2e911cb4b6e" /><Relationship Type="http://schemas.openxmlformats.org/officeDocument/2006/relationships/notesSlide" Target="/ppt/notesSlides/notesSlide1.xml" Id="Re87fa6a422fa41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8f2709e2146d6" /><Relationship Type="http://schemas.openxmlformats.org/officeDocument/2006/relationships/notesSlide" Target="/ppt/notesSlides/notesSlide2.xml" Id="R8af5630f5e0342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7c1f07bb24db2" /><Relationship Type="http://schemas.openxmlformats.org/officeDocument/2006/relationships/notesSlide" Target="/ppt/notesSlides/notesSlide3.xml" Id="R5f8f51533194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F87ABD-B2B6-4724-B10B-B36B717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E92F6-C47E-42EF-B852-385A5C1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94000"/>
              </a:lnSpc>
              <a:buNone/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Appointment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24C49-F78F-4DE5-89F5-E52FF4FC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48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8"/>
          </a:bodyPr>
          <a:lstStyle xmlns:a="http://schemas.openxmlformats.org/drawingml/2006/main">
            <a:defPPr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8A"/>
                </a:solidFill>
                <a:latin typeface="Arial"/>
                <a:ea typeface="Arial"/>
                <a:cs typeface="Arial"/>
              </a:rPr>
              <a:t>One booking record connects scheduling, clinic queue, consultation progress, and the final medical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5E475-69A7-4733-AC5C-45B74188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8A"/>
                </a:solidFill>
                <a:latin typeface="Arial"/>
                <a:ea typeface="Arial"/>
                <a:cs typeface="Arial"/>
              </a:rPr>
              <a:t>Nway's Love Vet Clinic  ·  1/3</a:t>
            </a:r>
          </a:p>
        </p:txBody>
      </p:sp>
      <p:sp>
        <p:nvSpPr>
          <p:cNvPr id="5" name="diagram-surface-1">
            <a:extLst xmlns:a="http://schemas.openxmlformats.org/drawingml/2006/main">
              <a:ext uri="{FF2B5EF4-FFF2-40B4-BE49-F238E27FC236}">
                <a16:creationId xmlns:a16="http://schemas.microsoft.com/office/drawing/2014/main" id="{97C5EEB2-8ADE-4AA2-A87C-58FC0E1A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6675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AB768-BBE2-4EA4-945B-16917AF8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8F4F-D1E3-435E-A33A-B52B170B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appointments</a:t>
            </a:r>
            <a:r>
              <a:rPr>
                <a:solidFill>
                  <a:srgbClr val="66738A"/>
                </a:solidFill>
              </a:rPr>
              <a:t>: stores the selected pet, service, veterinarian, date, time, and booking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14D45-7C79-4017-8483-A3621892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72"/>
          </a:solidFill>
          <a:ln xmlns:a="http://schemas.openxmlformats.org/drawingml/2006/main" w="0">
            <a:solidFill>
              <a:srgbClr val="2A8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D08B9-FEB2-4EE6-BE44-DCDB51A4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queue_entries</a:t>
            </a:r>
            <a:r>
              <a:rPr>
                <a:solidFill>
                  <a:srgbClr val="66738A"/>
                </a:solidFill>
              </a:rPr>
              <a:t>: tracks same-day check-in, queue number, and the live visit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DDF03-E736-4013-82B1-0E52333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031"/>
          </a:solidFill>
          <a:ln xmlns:a="http://schemas.openxmlformats.org/drawingml/2006/main" w="0">
            <a:solidFill>
              <a:srgbClr val="D780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5BECC-106E-44E3-A61D-51ABD553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doctor_appointment_state</a:t>
            </a:r>
            <a:r>
              <a:rPr>
                <a:solidFill>
                  <a:srgbClr val="66738A"/>
                </a:solidFill>
              </a:rPr>
              <a:t>: keeps clinical notes and consultation progress private to clinic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5D6B1-1076-450C-B540-D9CD9BF1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D23AB-6B6D-4DA0-83F1-D8DE7F9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medical_records</a:t>
            </a:r>
            <a:r>
              <a:rPr>
                <a:solidFill>
                  <a:srgbClr val="66738A"/>
                </a:solidFill>
              </a:rPr>
              <a:t>: stores the finalized diagnosis, treatment, prescription, and follow-up</a:t>
            </a:r>
          </a:p>
        </p:txBody>
      </p:sp>
      <p:sp>
        <p:nvSpPr>
          <p:cNvPr id="14" name="table-app_accounts">
            <a:extLst xmlns:a="http://schemas.openxmlformats.org/drawingml/2006/main">
              <a:ext uri="{FF2B5EF4-FFF2-40B4-BE49-F238E27FC236}">
                <a16:creationId xmlns:a16="http://schemas.microsoft.com/office/drawing/2014/main" id="{074E5F7E-8929-4DF6-B706-EEEFBB24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23950"/>
            <a:ext cx="1676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3997E-8A39-4AFB-99C1-8CEBE33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239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D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7DD43-F5BD-47A2-A615-F2F03EB2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1715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app_accounts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DB3BA-A80F-48AC-8662-3AE03C8A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66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4BC67-B9AF-4FE4-B0D6-A9250E9E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57325"/>
            <a:ext cx="82143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ADFB5-C2D8-47ED-BF69-D6A3CD1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457325"/>
            <a:ext cx="62026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40F0D-6FDE-41ED-A8E5-C443C262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7B52F-95AE-403A-A7CE-CEFA6FC2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85925"/>
            <a:ext cx="82143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3D60B-3C3E-4DB5-97CD-DEEE3AE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685925"/>
            <a:ext cx="62026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9F4B0-5FE2-4B34-9A72-1FD9DC30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05F89-61D7-4A92-AD10-201353C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14525"/>
            <a:ext cx="82143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FC112-9B59-4E3A-BAA9-6D73F3ED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914525"/>
            <a:ext cx="62026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6" name="table-appointments">
            <a:extLst xmlns:a="http://schemas.openxmlformats.org/drawingml/2006/main">
              <a:ext uri="{FF2B5EF4-FFF2-40B4-BE49-F238E27FC236}">
                <a16:creationId xmlns:a16="http://schemas.microsoft.com/office/drawing/2014/main" id="{82FE6926-FE29-4906-BC46-52C5F433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334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D1AD8-074A-4AE3-AB06-03D1ABBA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3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2D4CB2-D625-4701-9CB0-2C7E6DFA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810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appointments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46A7AC-1F29-486A-B36E-8023C34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276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141D8B-FDAE-4BBA-B0B5-89856DF0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66825"/>
            <a:ext cx="88677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85F123-9648-408B-B862-9CE2CDDF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66825"/>
            <a:ext cx="66960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ACD7B-EE9B-4672-BCC7-C74DC89E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875237-FF11-4570-B92E-282E2F45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04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5A7A05-1C82-47F4-B71D-D105B8B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95425"/>
            <a:ext cx="88677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5F31B-48E9-472C-89B5-6EF30436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95425"/>
            <a:ext cx="66960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25BA3-A517-44CB-B5B1-B15D04CB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E85BA7-B5B0-48F8-953D-A2980C8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24025"/>
            <a:ext cx="88677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E2072A-E6BB-4F8E-88FA-82A9318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24025"/>
            <a:ext cx="66960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F236E2-AE05-452D-A378-048883B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E374C0-C0E2-415F-8F97-05719E10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52625"/>
            <a:ext cx="88677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60A11D-BD36-458E-A9FB-9A9B989D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66960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3DF9D-04E7-49C4-8A34-77A5E1F9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6DFE5A-713F-4391-8AA0-4D62B04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81225"/>
            <a:ext cx="88677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1FEBBF-C3A3-4F25-823D-C3C5317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66960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6163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5" name="table-queue_entries">
            <a:extLst xmlns:a="http://schemas.openxmlformats.org/drawingml/2006/main">
              <a:ext uri="{FF2B5EF4-FFF2-40B4-BE49-F238E27FC236}">
                <a16:creationId xmlns:a16="http://schemas.microsoft.com/office/drawing/2014/main" id="{6B5B5BED-CAD7-440F-9014-744799A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1B6A9D-E868-45C0-B40A-64C0DA0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E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B34093-BEBB-41A9-947E-45200D9F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981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queue_entries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B605FB-5150-4F03-95A5-740FA33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276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4D2374-8CC1-4CA0-AD62-8A6AD1AB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26682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9A6898-F656-41E4-91BB-05A817E4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26682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296C1E-3DA0-4FFC-B722-307B0B90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668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42352D-19A9-446A-AECA-3D7F049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04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E0E262-56E3-40B0-A726-3535E837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49542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1E8AC4-79C6-465A-A7B0-206EA8C1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9542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84E6DB-A95B-4BBB-804A-627DC35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42CC13-173E-4301-B8EA-B7389C5A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2402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D05A6B-B938-4E09-A74C-084FE96C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2402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1EDEC2-B93D-4D78-922B-A8892249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DA630D-922C-4231-B61A-3B387B64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5262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647623-CB17-42F3-8E96-D6CBFA6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262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61" name="table-doctor_appointment_state">
            <a:extLst xmlns:a="http://schemas.openxmlformats.org/drawingml/2006/main">
              <a:ext uri="{FF2B5EF4-FFF2-40B4-BE49-F238E27FC236}">
                <a16:creationId xmlns:a16="http://schemas.microsoft.com/office/drawing/2014/main" id="{F48E43AF-C97A-4719-812B-71F4D7D3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2209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68C070-737C-4150-9FF8-EB0731A8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8E6681-3B9C-4BFE-BBE1-1F0A3C3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doctor_appointment_state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B259E5-E9D9-46CB-82ED-13AA9314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338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1CC7D6-4DFC-45EC-80CD-15D13EC3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24275"/>
            <a:ext cx="108280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41D87E-642A-4AA4-9A8E-0435C8B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0" y="3724275"/>
            <a:ext cx="81762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4679B3-E478-4D80-AB8D-DD36DD31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243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526986-66A2-4D81-BE93-7B7BB425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62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383092-C66E-4C00-9D09-7E425FB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52875"/>
            <a:ext cx="108280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6E6C78-D461-41A4-9079-AE7F839F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0" y="3952875"/>
            <a:ext cx="81762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7823BA-1BB0-45EF-849F-0CD4935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A570D0-31AA-4EA7-9A28-774A5C35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81475"/>
            <a:ext cx="108280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7CF0C6-8888-4DF6-9848-B0B64199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0" y="4181475"/>
            <a:ext cx="81762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338A7E-F2DB-4269-ABD1-3631283A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15F257-91AB-4271-A879-86693403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0075"/>
            <a:ext cx="108280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CD7779-D8A3-4E73-A1BD-9DA64982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0" y="4410075"/>
            <a:ext cx="81762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77" name="table-medical_records">
            <a:extLst xmlns:a="http://schemas.openxmlformats.org/drawingml/2006/main">
              <a:ext uri="{FF2B5EF4-FFF2-40B4-BE49-F238E27FC236}">
                <a16:creationId xmlns:a16="http://schemas.microsoft.com/office/drawing/2014/main" id="{FB00E13C-7416-4475-81EA-3EDEF639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05D5CF-1B30-41F6-BDD6-E286B428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21144A-829B-42A7-9CD3-F97FB0E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385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medical_records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AB6338-B232-450E-BA70-B7FB6D76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338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9515D7-4D6F-4EE7-8775-466ABE46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2427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B6B57E4-1985-408E-BF57-3858EF8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F25DBD-D28A-408F-AC21-7ECE08BF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8A2A8C-23BA-4399-93AA-6E95102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62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9CB6FEE-89F6-44A7-A87E-57D1CCEE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5287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323D4C-A949-4C2B-B4C4-D8FEB27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5287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B172C1-458D-4019-B169-A111FBD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52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678C3F-AAF3-4332-8CB8-3C8EE8B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8147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4FE96A3-3C1D-43E7-9ACA-3705CA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8147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49A9716-0C82-4C97-89DC-16CF9DDE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81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B6638C-8E5E-4355-90F2-A88F64A1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0075"/>
            <a:ext cx="79343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0EF0FD1-DE93-4A51-BDBE-DAC04FD9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10075"/>
            <a:ext cx="59912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664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F9B1EB0-BF03-4008-9B75-218853A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96100" y="1647825"/>
            <a:ext cx="6286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4696E18-3EE3-476C-874A-E63B310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334500" y="1571625"/>
            <a:ext cx="2857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CAA352D-DA77-4FC4-A0D7-8861319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24850" y="2438400"/>
            <a:ext cx="10477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F1419F-6550-48BA-B4D9-6A43523F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9750" y="40290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5EB10F-2BA8-4454-97A9-A2CEA752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811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5EB7E5-7F2A-4245-8026-BDB1D1BE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381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check-in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0ED1554-ED70-4B99-97BA-7AA7C2D1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480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consultation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6E397B-47A9-4B6C-9234-666CC72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finalize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D6A3D3B-5C99-4099-BC50-F9C57487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6B8AB9-9D7C-4946-A2B2-C68A2C43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9F63D37-135E-4F84-B78E-7198186B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05D89A-E56C-4B47-A954-1E243506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57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reference</a:t>
            </a:r>
          </a:p>
        </p:txBody>
      </p:sp>
    </p:spTree>
    <p:extLst>
      <p:ext uri="{BB962C8B-B14F-4D97-AF65-F5344CB8AC3E}">
        <p14:creationId xmlns:p14="http://schemas.microsoft.com/office/powerpoint/2010/main" val="860456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E3979E-F2B3-47A6-994E-F6C28BC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56550-CA7E-457C-B8C6-CB7C9D0A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94000"/>
              </a:lnSpc>
              <a:buNone/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Doctor posts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F1EDF-61C2-4EB9-AA0B-7B1704E6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48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8A"/>
                </a:solidFill>
                <a:latin typeface="Arial"/>
                <a:ea typeface="Arial"/>
                <a:cs typeface="Arial"/>
              </a:rPr>
              <a:t>Doctors prepare educational content as private drafts, then publish it to the clinic-wide health feed.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2ABFC-1E10-447C-AB12-CE8798D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8A"/>
                </a:solidFill>
                <a:latin typeface="Arial"/>
                <a:ea typeface="Arial"/>
                <a:cs typeface="Arial"/>
              </a:rPr>
              <a:t>Nway's Love Vet Clinic  ·  2/3</a:t>
            </a:r>
          </a:p>
        </p:txBody>
      </p:sp>
      <p:sp>
        <p:nvSpPr>
          <p:cNvPr id="5" name="diagram-surface-2">
            <a:extLst xmlns:a="http://schemas.openxmlformats.org/drawingml/2006/main">
              <a:ext uri="{FF2B5EF4-FFF2-40B4-BE49-F238E27FC236}">
                <a16:creationId xmlns:a16="http://schemas.microsoft.com/office/drawing/2014/main" id="{B79E1668-07E5-4994-9B99-B65B4716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6675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BE0F7-73FF-480B-9E06-49C4F246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25841-C2E5-46C5-BCE5-A512CF2C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health_post_drafts</a:t>
            </a:r>
            <a:r>
              <a:rPr>
                <a:solidFill>
                  <a:srgbClr val="66738A"/>
                </a:solidFill>
              </a:rPr>
              <a:t>: stores unfinished content that only the doctor account can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B8740-3AD7-4607-9DDA-B5D798B4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72"/>
          </a:solidFill>
          <a:ln xmlns:a="http://schemas.openxmlformats.org/drawingml/2006/main" w="0">
            <a:solidFill>
              <a:srgbClr val="2A8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A195B-215C-4A42-84EC-B2E5897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health_posts</a:t>
            </a:r>
            <a:r>
              <a:rPr>
                <a:solidFill>
                  <a:srgbClr val="66738A"/>
                </a:solidFill>
              </a:rPr>
              <a:t>: stores published, scheduled, or archived posts for the app and web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42991-8CA5-47A2-AB19-8877588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031"/>
          </a:solidFill>
          <a:ln xmlns:a="http://schemas.openxmlformats.org/drawingml/2006/main" w="0">
            <a:solidFill>
              <a:srgbClr val="D780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B735A-2B79-43B4-9AD2-5243FEA7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Access control</a:t>
            </a:r>
            <a:r>
              <a:rPr>
                <a:solidFill>
                  <a:srgbClr val="66738A"/>
                </a:solidFill>
              </a:rPr>
              <a:t>: doctors and staff can publish; owners can read the shared clinic feed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70445-B7B7-4582-A982-2C4C8E5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Post content inside data JSONB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EB25D-7F98-41BA-8202-7297BD55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8A"/>
                </a:solidFill>
                <a:latin typeface="Arial"/>
                <a:ea typeface="Arial"/>
                <a:cs typeface="Arial"/>
              </a:rPr>
              <a:t>title · content · category · audience · images · status · timestamps</a:t>
            </a:r>
          </a:p>
        </p:txBody>
      </p:sp>
      <p:sp>
        <p:nvSpPr>
          <p:cNvPr id="14" name="table-app_accounts">
            <a:extLst xmlns:a="http://schemas.openxmlformats.org/drawingml/2006/main">
              <a:ext uri="{FF2B5EF4-FFF2-40B4-BE49-F238E27FC236}">
                <a16:creationId xmlns:a16="http://schemas.microsoft.com/office/drawing/2014/main" id="{89BE9C22-3BDE-4F18-A219-0D2C467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193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E86B0-4C10-4D0D-9CAF-DBCAD7D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193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D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92870-6277-4D53-822F-5E89D5C4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app_accounts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0E7AC-35B9-4405-9977-0F358B4A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2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7D768-E8C3-4325-A843-AD0CAE6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8401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C77FF-B6D1-478F-8ECB-81BDFB9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6343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B2565-207B-4335-8A6D-68FD8FD3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527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EC588-F6DB-401B-9581-0C6CBF4D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8401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DFC7D-EE05-4BF4-A1D4-99957B0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6343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03C35-FE9F-4A1A-809C-72780A49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F34EE-1D0F-45E6-91D0-769720A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8401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4365F-A2E9-47F9-BB0F-D8BEE168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63436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6" name="table-health_post_drafts">
            <a:extLst xmlns:a="http://schemas.openxmlformats.org/drawingml/2006/main">
              <a:ext uri="{FF2B5EF4-FFF2-40B4-BE49-F238E27FC236}">
                <a16:creationId xmlns:a16="http://schemas.microsoft.com/office/drawing/2014/main" id="{93321937-A0AD-4E62-B4F3-EE5CB8CD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028700"/>
            <a:ext cx="2000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BB996-2D4F-49A0-99E6-4CC77C32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0287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691E61-A840-4C0D-B7F8-783F7CED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076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health_post_drafts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C3EF0-E8A5-42E5-AA46-2C3E40A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71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832DFB-9B8E-4CEB-A3EB-AEFA4F8D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362075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D1D16-3537-40E7-BC9A-524215C4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362075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A3767-611B-45EF-92A1-7100236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621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7A1D13-8890-43EE-938A-84DA8C8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E3FF6D-C764-41BA-AD70-EE3CFEF5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590675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CD7C6-5718-4E74-B5B2-9E9FE9C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590675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B55561-7E33-46EB-A2F6-F9646D7E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729482-E706-4EF9-92E8-590FD53D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19275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AA4FA-9EE9-49EE-AD71-A804D5C2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819275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D82ADF-93C8-4301-9E33-C80D8EA6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193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9A9BAE-E31A-4DC0-98F1-A4278A50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50492E-0485-47B5-932E-A141F4D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47875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991060-4BA3-424D-96CA-27B4C660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264CD7-DBF7-4A28-9C52-2DBE5BE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FFC8E8-6E9D-408F-ABBE-DD6F9861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76475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5" name="table-health_posts">
            <a:extLst xmlns:a="http://schemas.openxmlformats.org/drawingml/2006/main">
              <a:ext uri="{FF2B5EF4-FFF2-40B4-BE49-F238E27FC236}">
                <a16:creationId xmlns:a16="http://schemas.microsoft.com/office/drawing/2014/main" id="{3E65BB53-EB36-478C-B6A2-2D381119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2000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CA1CF4-2202-4118-87E0-6762EE51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E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75B67F-F788-40E5-9100-5C807B99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100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health_posts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9F1230-7F6A-46DC-9584-0067413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052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7808B8-99FD-4BEF-82B7-53740242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95750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6263B6-774B-4C6D-AABD-2D58181D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95750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F43D72-2586-4360-9C5E-C541980A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957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1A36B6-F7AD-4F8E-8F02-6CD3FD0B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338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98FACD-9683-49F7-AF29-C2DFB79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24350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8EB45E-2196-496B-B73E-BBB3F7D3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24350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97662F-50D5-4A03-B9EE-5E016BD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41B19D-72D4-4F7E-B9BF-7BFCA64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52950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AB36CB-4CBC-474E-93BD-D637242E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552950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DCD414-6198-446A-AC18-32F0AF21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529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DB3B0E-24F5-4A43-8323-3B1F7E83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81550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341E1A-A07D-4005-A556-845C1913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81550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D519EF-542B-4F82-950F-F8589B6A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815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D81D82-B520-4D8D-8DEE-01B1FF3D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0150"/>
            <a:ext cx="98012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9B14CF-8F7D-4C73-AAB0-59D9D1D7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10150"/>
            <a:ext cx="74009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B056F2-9C7B-4AFF-9BE3-EE8EEED4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34200" y="1781175"/>
            <a:ext cx="73342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DF7E6F-239F-43D3-B5FA-2FD2690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4200" y="2743200"/>
            <a:ext cx="733425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1E13E74-B78E-4D7C-88A0-3335D1AE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67750" y="2533650"/>
            <a:ext cx="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8386DE-3EAC-42DF-90FD-4A49A5CB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00225"/>
            <a:ext cx="1257300" cy="27241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71145D-74D3-483F-B150-A9906E4D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Post lifecycle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F71D12-9617-4C4C-A78A-9775491A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1935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7CA910-6A22-46CC-BCAA-6955E484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860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7065F8-6282-4651-BD0C-307B2E6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099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B1A78E-4A22-4A12-8FDF-DFF78156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76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Scheduled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C05133-91FF-4331-A839-3D84C8BD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0045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EE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F9F852-BB04-4BFC-B922-14F89DD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671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41775B-2242-4F30-ABDC-21BBBC0F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910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9ED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570FC7-CE2A-417B-A895-8FD9656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576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Archived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E076B5-4D6E-4EFE-BA76-8D59F835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2A0E037-8677-4B97-A5EB-96E8654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57F765-976A-4D4A-8F67-1450BC9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0A9FAB-E3E4-4191-9B44-6BFFC34C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57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reference</a:t>
            </a:r>
          </a:p>
        </p:txBody>
      </p:sp>
    </p:spTree>
    <p:extLst>
      <p:ext uri="{BB962C8B-B14F-4D97-AF65-F5344CB8AC3E}">
        <p14:creationId xmlns:p14="http://schemas.microsoft.com/office/powerpoint/2010/main" val="1561084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4382A9-8640-4EA4-81F6-EDB1E9A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4DA3F-84CF-4DA1-8430-FE2BFA7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94000"/>
              </a:lnSpc>
              <a:buNone/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6F809-7FD8-45B0-8A9E-766D908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48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8"/>
          </a:bodyPr>
          <a:lstStyle xmlns:a="http://schemas.openxmlformats.org/drawingml/2006/main">
            <a:defPPr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8A"/>
                </a:solidFill>
                <a:latin typeface="Arial"/>
                <a:ea typeface="Arial"/>
                <a:cs typeface="Arial"/>
              </a:rPr>
              <a:t>A shared inventory record keeps product information, stock quantity, expiry dates, and movement history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A65E8-6ED0-422F-BF66-0D074339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8A"/>
                </a:solidFill>
                <a:latin typeface="Arial"/>
                <a:ea typeface="Arial"/>
                <a:cs typeface="Arial"/>
              </a:rPr>
              <a:t>Nway's Love Vet Clinic  ·  3/3</a:t>
            </a:r>
          </a:p>
        </p:txBody>
      </p:sp>
      <p:sp>
        <p:nvSpPr>
          <p:cNvPr id="5" name="diagram-surface-3">
            <a:extLst xmlns:a="http://schemas.openxmlformats.org/drawingml/2006/main">
              <a:ext uri="{FF2B5EF4-FFF2-40B4-BE49-F238E27FC236}">
                <a16:creationId xmlns:a16="http://schemas.microsoft.com/office/drawing/2014/main" id="{F74FCCB5-002B-49E4-9B62-828302A5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6675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8BBF7-C730-406A-BB0B-5FB01C4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FED8A-D932-4F58-989E-AA1A0194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inventory</a:t>
            </a:r>
            <a:r>
              <a:rPr>
                <a:solidFill>
                  <a:srgbClr val="66738A"/>
                </a:solidFill>
              </a:rPr>
              <a:t>: stores products and clinic supplies in one table for the mobile app and web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A36A5-72BB-47FC-84F4-91EA8931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72"/>
          </a:solidFill>
          <a:ln xmlns:a="http://schemas.openxmlformats.org/drawingml/2006/main" w="0">
            <a:solidFill>
              <a:srgbClr val="2A8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C4DE8-6BEF-4A1C-B451-422DAD8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Stock control</a:t>
            </a:r>
            <a:r>
              <a:rPr>
                <a:solidFill>
                  <a:srgbClr val="66738A"/>
                </a:solidFill>
              </a:rPr>
              <a:t>: records stock in, stock out, and adjustments with previous and new balances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21CDA-FA11-47FC-A679-706C950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031"/>
          </a:solidFill>
          <a:ln xmlns:a="http://schemas.openxmlformats.org/drawingml/2006/main" w="0">
            <a:solidFill>
              <a:srgbClr val="D780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CE58A-1630-466B-A1F8-8C39A0A5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Monitoring</a:t>
            </a:r>
            <a:r>
              <a:rPr>
                <a:solidFill>
                  <a:srgbClr val="66738A"/>
                </a:solidFill>
              </a:rPr>
              <a:t>: supports low-stock warnings, expiry checks, restock requests, and archived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644FE-423A-4722-BF30-4234DE4D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Write access: staff, doctors, and administrators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BB781-E821-4115-827C-9286B1C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0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8A"/>
                </a:solidFill>
                <a:latin typeface="Arial"/>
                <a:ea typeface="Arial"/>
                <a:cs typeface="Arial"/>
              </a:rPr>
              <a:t>Read access: all signed-in roles</a:t>
            </a:r>
          </a:p>
        </p:txBody>
      </p:sp>
      <p:sp>
        <p:nvSpPr>
          <p:cNvPr id="14" name="table-app_accounts">
            <a:extLst xmlns:a="http://schemas.openxmlformats.org/drawingml/2006/main">
              <a:ext uri="{FF2B5EF4-FFF2-40B4-BE49-F238E27FC236}">
                <a16:creationId xmlns:a16="http://schemas.microsoft.com/office/drawing/2014/main" id="{ACF0F187-02B7-446C-BC78-E266DAB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2A0AC-A448-464D-BD59-2A6C91D0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D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89320-81F7-4A81-94FE-06655D11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526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app_accounts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9490F-038E-457F-82BD-3045F6A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47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5FBAB-FCBA-4C9D-BD93-405C9DD5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8425"/>
            <a:ext cx="8307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FD6E0-CB61-4A09-BB20-EF77F019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70" y="2638425"/>
            <a:ext cx="62731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19C22-A1A0-4EB8-9328-1C278C9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F44C7-0067-4442-B9BF-98DD2E5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67025"/>
            <a:ext cx="8307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27CD0-FBD4-43DE-9A9A-C9397176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70" y="2867025"/>
            <a:ext cx="62731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CE0EB-2D44-4757-9681-97E50FAF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2474D-5916-4FF5-B912-2C155E23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8307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C1BEA-DF1E-487A-ABBB-22E9D52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70" y="3095625"/>
            <a:ext cx="62731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6" name="table-inventory">
            <a:extLst xmlns:a="http://schemas.openxmlformats.org/drawingml/2006/main">
              <a:ext uri="{FF2B5EF4-FFF2-40B4-BE49-F238E27FC236}">
                <a16:creationId xmlns:a16="http://schemas.microsoft.com/office/drawing/2014/main" id="{EB142853-97DC-4179-90F3-C232BC02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990600"/>
            <a:ext cx="19526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6BFDF-3819-443A-BC82-77C45D60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99060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E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1FA83A-D172-4988-AA19-38996F5C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3822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E59D6-EEC5-4492-A611-ACFB6E64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333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FEA14-8565-4167-B752-FCA3F455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23975"/>
            <a:ext cx="95678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1567C-64BB-4E71-AEC1-2174ED4E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323975"/>
            <a:ext cx="7224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21A8E-B4DC-4306-BAE2-13061823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5896D-C701-4DCA-9A31-2AC8755C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62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20E8DF-8805-452D-A551-1AA10FD9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95678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2D56B-5502-4017-8202-2849158C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552575"/>
            <a:ext cx="7224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C41807-F3BB-4376-85E9-5AA294B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C91BC6-38A1-4B0E-8403-43C875EF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81175"/>
            <a:ext cx="95678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D391A-B0C5-44FC-8DF6-B35E32D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81175"/>
            <a:ext cx="7224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7055D7-C274-40FE-973A-FEC4B482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812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2C325-E457-4267-9B9A-FC39DDB8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9775"/>
            <a:ext cx="95678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A769D1-99A8-4840-9915-D09EB779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09775"/>
            <a:ext cx="7224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14B3B2-3981-4EBE-9BAB-8E64376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6DEE18-10E1-48CE-A5E2-11A80BC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38375"/>
            <a:ext cx="95678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created_at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91697B-86ED-485B-AFEF-C0C018D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38375"/>
            <a:ext cx="7224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FDC126-5AE2-4024-BCFE-9211B5B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47A0CC-2C99-4A6D-BBD4-0068B502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95678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FE88CF-46BC-472C-8928-8D9992D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66975"/>
            <a:ext cx="72247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>
            <a:def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7328A2-F46E-41DC-B517-3C4B5E6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15150" y="1857375"/>
            <a:ext cx="552450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49" name="inventory-jsonb-payload">
            <a:extLst xmlns:a="http://schemas.openxmlformats.org/drawingml/2006/main">
              <a:ext uri="{FF2B5EF4-FFF2-40B4-BE49-F238E27FC236}">
                <a16:creationId xmlns:a16="http://schemas.microsoft.com/office/drawing/2014/main" id="{6CCDF160-BD25-4519-B884-3249564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933450"/>
            <a:ext cx="1562100" cy="43148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C433E4-62B9-4879-B8AD-4750A31A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1144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data.value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B84CE0-2F1C-4B82-9ACC-C778897C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5049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8369DB-7D4D-4DC8-924D-1EE3A91C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764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name, category, brand, pet type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0E4F21-EDFD-49D3-83B4-C287344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097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CD8771-D838-4418-B8AB-81F4AB74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quantity, unit, reorder level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124FF3-18AC-477A-A895-7432FDE5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14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A16CC0-1487-4320-81D1-A56CDAF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860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purchase and selling price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7EAA4B-7B86-4962-8657-9D22B00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19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Expiry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B1C0F5-FCAE-4520-B0A2-D78DD1CC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expiresOn and status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615701-1103-4EB8-8AB6-A0CA34B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24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305530-4AC1-4100-A934-9B3E74DE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957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main image and product photos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F6F606-DF57-44D0-B08A-AD4E1FD6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290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A8C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A8C72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A8C72"/>
                </a:solidFill>
                <a:latin typeface="Arial"/>
                <a:ea typeface="Arial"/>
                <a:cs typeface="Arial"/>
              </a:rPr>
              <a:t>Movements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CF520F-A969-4822-9777-8976B43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005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type, quantity, balances, staff, time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CC0383-9523-4454-BAD0-05E232AA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339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Restock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5DA0FB-C5CF-4480-9430-D4EAC556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053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request quantity, note, approval status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8DBA18-7745-4F39-B535-24AD8F49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0225" y="1857375"/>
            <a:ext cx="276225" cy="1233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AEFE6C-C45B-4315-BC84-89972FA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194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5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payload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9E11ED-DE19-49D0-850C-5CEA2BE6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FCEFE3-F97F-49DE-9AB2-F0ACB917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D03ED6-A692-460C-8D63-7CF3A809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E1F563-323F-46CF-A81D-0291B230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57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reference</a:t>
            </a:r>
          </a:p>
        </p:txBody>
      </p:sp>
    </p:spTree>
    <p:extLst>
      <p:ext uri="{BB962C8B-B14F-4D97-AF65-F5344CB8AC3E}">
        <p14:creationId xmlns:p14="http://schemas.microsoft.com/office/powerpoint/2010/main" val="1528709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2026-10-15T01:00:29.0930000Z</dcterms:created>
  <dcterms:modified xsi:type="dcterms:W3CDTF">2026-10-15T01:00:29.0930000Z</dcterms:modified>
</coreProperties>
</file>